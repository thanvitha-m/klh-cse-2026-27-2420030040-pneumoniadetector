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1" r:id="rId1"/>
    <p:sldMasterId id="2147483719" r:id="rId2"/>
    <p:sldMasterId id="2147483707" r:id="rId3"/>
    <p:sldMasterId id="2147483755" r:id="rId4"/>
  </p:sldMasterIdLst>
  <p:notesMasterIdLst>
    <p:notesMasterId r:id="rId16"/>
  </p:notesMasterIdLst>
  <p:handoutMasterIdLst>
    <p:handoutMasterId r:id="rId17"/>
  </p:handoutMasterIdLst>
  <p:sldIdLst>
    <p:sldId id="256" r:id="rId5"/>
    <p:sldId id="263" r:id="rId6"/>
    <p:sldId id="265" r:id="rId7"/>
    <p:sldId id="266" r:id="rId8"/>
    <p:sldId id="267" r:id="rId9"/>
    <p:sldId id="396" r:id="rId10"/>
    <p:sldId id="398" r:id="rId11"/>
    <p:sldId id="322" r:id="rId12"/>
    <p:sldId id="399" r:id="rId13"/>
    <p:sldId id="320" r:id="rId14"/>
    <p:sldId id="40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AFF2"/>
    <a:srgbClr val="71BBC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6D3CF51-EA23-4005-B652-F8579A3E1649}" v="66" dt="2026-08-14T08:02:19.9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66" d="100"/>
          <a:sy n="66" d="100"/>
        </p:scale>
        <p:origin x="1330" y="317"/>
      </p:cViewPr>
      <p:guideLst/>
    </p:cSldViewPr>
  </p:slideViewPr>
  <p:notesTextViewPr>
    <p:cViewPr>
      <p:scale>
        <a:sx n="1" d="1"/>
        <a:sy n="1" d="1"/>
      </p:scale>
      <p:origin x="0" y="0"/>
    </p:cViewPr>
  </p:notesTextViewPr>
  <p:notesViewPr>
    <p:cSldViewPr snapToGrid="0">
      <p:cViewPr varScale="1">
        <p:scale>
          <a:sx n="50" d="100"/>
          <a:sy n="50" d="100"/>
        </p:scale>
        <p:origin x="2708" y="4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7CF1BD0-4285-1DBF-1F85-12A9C003EC4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4449A90F-9E6F-2BBD-E4C1-F231DFECBEA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551894C-48C1-41F1-A201-34DB6CBBBBE6}" type="datetimeFigureOut">
              <a:rPr lang="en-IN" smtClean="0"/>
              <a:t>14-08-2026</a:t>
            </a:fld>
            <a:endParaRPr lang="en-IN"/>
          </a:p>
        </p:txBody>
      </p:sp>
      <p:sp>
        <p:nvSpPr>
          <p:cNvPr id="4" name="Footer Placeholder 3">
            <a:extLst>
              <a:ext uri="{FF2B5EF4-FFF2-40B4-BE49-F238E27FC236}">
                <a16:creationId xmlns:a16="http://schemas.microsoft.com/office/drawing/2014/main" id="{8412C0E8-5C08-8DCD-99CD-96B540853BF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D96225E5-1D19-4F74-0CA3-0BC39FA2D18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96C6DEB-6FF4-483C-BBA0-B325BADB0565}" type="slidenum">
              <a:rPr lang="en-IN" smtClean="0"/>
              <a:t>‹#›</a:t>
            </a:fld>
            <a:endParaRPr lang="en-IN"/>
          </a:p>
        </p:txBody>
      </p:sp>
    </p:spTree>
    <p:extLst>
      <p:ext uri="{BB962C8B-B14F-4D97-AF65-F5344CB8AC3E}">
        <p14:creationId xmlns:p14="http://schemas.microsoft.com/office/powerpoint/2010/main" val="414684604"/>
      </p:ext>
    </p:extLst>
  </p:cSld>
  <p:clrMap bg1="lt1" tx1="dk1" bg2="lt2" tx2="dk2" accent1="accent1" accent2="accent2" accent3="accent3" accent4="accent4" accent5="accent5" accent6="accent6" hlink="hlink" folHlink="folHlink"/>
  <p:hf sldNum="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0D586D-DA7F-403D-AF89-CB8CBB1EF597}" type="datetimeFigureOut">
              <a:rPr lang="en-IN" smtClean="0"/>
              <a:t>14-08-2026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3E15E5-07B6-40CA-8D0D-6845CA1DD11C}" type="slidenum">
              <a:rPr lang="en-IN" smtClean="0"/>
              <a:t>‹#›</a:t>
            </a:fld>
            <a:endParaRPr lang="en-IN"/>
          </a:p>
        </p:txBody>
      </p:sp>
    </p:spTree>
    <p:extLst>
      <p:ext uri="{BB962C8B-B14F-4D97-AF65-F5344CB8AC3E}">
        <p14:creationId xmlns:p14="http://schemas.microsoft.com/office/powerpoint/2010/main" val="3504526264"/>
      </p:ext>
    </p:extLst>
  </p:cSld>
  <p:clrMap bg1="lt1" tx1="dk1" bg2="lt2" tx2="dk2" accent1="accent1" accent2="accent2" accent3="accent3" accent4="accent4" accent5="accent5" accent6="accent6" hlink="hlink" folHlink="folHlink"/>
  <p:hf sldNum="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Header Placeholder 3"/>
          <p:cNvSpPr>
            <a:spLocks noGrp="1"/>
          </p:cNvSpPr>
          <p:nvPr>
            <p:ph type="hdr" sz="quarter"/>
          </p:nvPr>
        </p:nvSpPr>
        <p:spPr/>
        <p:txBody>
          <a:bodyPr/>
          <a:lstStyle/>
          <a:p>
            <a:endParaRPr lang="en-IN"/>
          </a:p>
        </p:txBody>
      </p:sp>
      <p:sp>
        <p:nvSpPr>
          <p:cNvPr id="5" name="Footer Placeholder 4"/>
          <p:cNvSpPr>
            <a:spLocks noGrp="1"/>
          </p:cNvSpPr>
          <p:nvPr>
            <p:ph type="ftr" sz="quarter" idx="4"/>
          </p:nvPr>
        </p:nvSpPr>
        <p:spPr/>
        <p:txBody>
          <a:bodyPr/>
          <a:lstStyle/>
          <a:p>
            <a:endParaRPr lang="en-IN"/>
          </a:p>
        </p:txBody>
      </p:sp>
    </p:spTree>
    <p:extLst>
      <p:ext uri="{BB962C8B-B14F-4D97-AF65-F5344CB8AC3E}">
        <p14:creationId xmlns:p14="http://schemas.microsoft.com/office/powerpoint/2010/main" val="37889106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Header Placeholder 3"/>
          <p:cNvSpPr>
            <a:spLocks noGrp="1"/>
          </p:cNvSpPr>
          <p:nvPr>
            <p:ph type="hdr" sz="quarter"/>
          </p:nvPr>
        </p:nvSpPr>
        <p:spPr/>
        <p:txBody>
          <a:bodyPr/>
          <a:lstStyle/>
          <a:p>
            <a:endParaRPr lang="en-IN"/>
          </a:p>
        </p:txBody>
      </p:sp>
      <p:sp>
        <p:nvSpPr>
          <p:cNvPr id="5" name="Footer Placeholder 4"/>
          <p:cNvSpPr>
            <a:spLocks noGrp="1"/>
          </p:cNvSpPr>
          <p:nvPr>
            <p:ph type="ftr" sz="quarter" idx="4"/>
          </p:nvPr>
        </p:nvSpPr>
        <p:spPr/>
        <p:txBody>
          <a:bodyPr/>
          <a:lstStyle/>
          <a:p>
            <a:endParaRPr lang="en-IN"/>
          </a:p>
        </p:txBody>
      </p:sp>
    </p:spTree>
    <p:extLst>
      <p:ext uri="{BB962C8B-B14F-4D97-AF65-F5344CB8AC3E}">
        <p14:creationId xmlns:p14="http://schemas.microsoft.com/office/powerpoint/2010/main" val="12739400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F2AE0-10FC-426C-0BDB-E5EDF2F917D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383E875-E3B7-3652-9C2D-322C851178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11841AC-ABFE-7C19-D82D-6C99A5B39B02}"/>
              </a:ext>
            </a:extLst>
          </p:cNvPr>
          <p:cNvSpPr>
            <a:spLocks noGrp="1"/>
          </p:cNvSpPr>
          <p:nvPr>
            <p:ph type="dt" sz="half" idx="10"/>
          </p:nvPr>
        </p:nvSpPr>
        <p:spPr/>
        <p:txBody>
          <a:bodyPr/>
          <a:lstStyle/>
          <a:p>
            <a:fld id="{9DBD89FD-1150-4979-9614-9DD9EB69C9AA}" type="datetimeFigureOut">
              <a:rPr lang="en-IN" smtClean="0"/>
              <a:t>14-08-2026</a:t>
            </a:fld>
            <a:endParaRPr lang="en-IN"/>
          </a:p>
        </p:txBody>
      </p:sp>
      <p:sp>
        <p:nvSpPr>
          <p:cNvPr id="5" name="Footer Placeholder 4">
            <a:extLst>
              <a:ext uri="{FF2B5EF4-FFF2-40B4-BE49-F238E27FC236}">
                <a16:creationId xmlns:a16="http://schemas.microsoft.com/office/drawing/2014/main" id="{39680885-ABC1-FB6C-B5FB-24D6B3FBAC2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547DC9D-19CD-B202-2B83-E0899E445243}"/>
              </a:ext>
            </a:extLst>
          </p:cNvPr>
          <p:cNvSpPr>
            <a:spLocks noGrp="1"/>
          </p:cNvSpPr>
          <p:nvPr>
            <p:ph type="sldNum" sz="quarter" idx="12"/>
          </p:nvPr>
        </p:nvSpPr>
        <p:spPr/>
        <p:txBody>
          <a:bodyPr/>
          <a:lstStyle/>
          <a:p>
            <a:fld id="{5871D4DB-F3A0-4149-BE4E-F155135AE119}" type="slidenum">
              <a:rPr lang="en-IN" smtClean="0"/>
              <a:t>‹#›</a:t>
            </a:fld>
            <a:endParaRPr lang="en-IN"/>
          </a:p>
        </p:txBody>
      </p:sp>
    </p:spTree>
    <p:extLst>
      <p:ext uri="{BB962C8B-B14F-4D97-AF65-F5344CB8AC3E}">
        <p14:creationId xmlns:p14="http://schemas.microsoft.com/office/powerpoint/2010/main" val="38597750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F001F-787C-85EC-646A-75EEC5EB37C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3BF2371-B883-4891-AB2F-F7A6DECF379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F8AFCBC-7CDF-1083-43D2-7537F13F341F}"/>
              </a:ext>
            </a:extLst>
          </p:cNvPr>
          <p:cNvSpPr>
            <a:spLocks noGrp="1"/>
          </p:cNvSpPr>
          <p:nvPr>
            <p:ph type="dt" sz="half" idx="10"/>
          </p:nvPr>
        </p:nvSpPr>
        <p:spPr/>
        <p:txBody>
          <a:bodyPr/>
          <a:lstStyle/>
          <a:p>
            <a:fld id="{9DBD89FD-1150-4979-9614-9DD9EB69C9AA}" type="datetimeFigureOut">
              <a:rPr lang="en-IN" smtClean="0"/>
              <a:t>14-08-2026</a:t>
            </a:fld>
            <a:endParaRPr lang="en-IN"/>
          </a:p>
        </p:txBody>
      </p:sp>
      <p:sp>
        <p:nvSpPr>
          <p:cNvPr id="5" name="Footer Placeholder 4">
            <a:extLst>
              <a:ext uri="{FF2B5EF4-FFF2-40B4-BE49-F238E27FC236}">
                <a16:creationId xmlns:a16="http://schemas.microsoft.com/office/drawing/2014/main" id="{8E43B008-8F2A-6C21-B917-4A4987FEA55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F901356-BC6B-79BE-2C81-FAB97E0994EB}"/>
              </a:ext>
            </a:extLst>
          </p:cNvPr>
          <p:cNvSpPr>
            <a:spLocks noGrp="1"/>
          </p:cNvSpPr>
          <p:nvPr>
            <p:ph type="sldNum" sz="quarter" idx="12"/>
          </p:nvPr>
        </p:nvSpPr>
        <p:spPr/>
        <p:txBody>
          <a:bodyPr/>
          <a:lstStyle/>
          <a:p>
            <a:fld id="{5871D4DB-F3A0-4149-BE4E-F155135AE119}" type="slidenum">
              <a:rPr lang="en-IN" smtClean="0"/>
              <a:t>‹#›</a:t>
            </a:fld>
            <a:endParaRPr lang="en-IN"/>
          </a:p>
        </p:txBody>
      </p:sp>
    </p:spTree>
    <p:extLst>
      <p:ext uri="{BB962C8B-B14F-4D97-AF65-F5344CB8AC3E}">
        <p14:creationId xmlns:p14="http://schemas.microsoft.com/office/powerpoint/2010/main" val="39833389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31EE1-438F-6B19-E833-B0AABFA3D77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66086E3-B9A4-8ECE-6979-FA4F575AA9E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D02C63F-668F-F11D-D4E9-8FF555F107BD}"/>
              </a:ext>
            </a:extLst>
          </p:cNvPr>
          <p:cNvSpPr>
            <a:spLocks noGrp="1"/>
          </p:cNvSpPr>
          <p:nvPr>
            <p:ph type="dt" sz="half" idx="10"/>
          </p:nvPr>
        </p:nvSpPr>
        <p:spPr/>
        <p:txBody>
          <a:bodyPr/>
          <a:lstStyle/>
          <a:p>
            <a:fld id="{9DBD89FD-1150-4979-9614-9DD9EB69C9AA}" type="datetimeFigureOut">
              <a:rPr lang="en-IN" smtClean="0"/>
              <a:t>14-08-2026</a:t>
            </a:fld>
            <a:endParaRPr lang="en-IN"/>
          </a:p>
        </p:txBody>
      </p:sp>
      <p:sp>
        <p:nvSpPr>
          <p:cNvPr id="5" name="Footer Placeholder 4">
            <a:extLst>
              <a:ext uri="{FF2B5EF4-FFF2-40B4-BE49-F238E27FC236}">
                <a16:creationId xmlns:a16="http://schemas.microsoft.com/office/drawing/2014/main" id="{19B8B1E7-9509-C949-3D6D-07B2A6C5B5E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D1C8284-31CD-BD88-D5A6-B3C27D6C3493}"/>
              </a:ext>
            </a:extLst>
          </p:cNvPr>
          <p:cNvSpPr>
            <a:spLocks noGrp="1"/>
          </p:cNvSpPr>
          <p:nvPr>
            <p:ph type="sldNum" sz="quarter" idx="12"/>
          </p:nvPr>
        </p:nvSpPr>
        <p:spPr/>
        <p:txBody>
          <a:bodyPr/>
          <a:lstStyle/>
          <a:p>
            <a:fld id="{5871D4DB-F3A0-4149-BE4E-F155135AE119}" type="slidenum">
              <a:rPr lang="en-IN" smtClean="0"/>
              <a:t>‹#›</a:t>
            </a:fld>
            <a:endParaRPr lang="en-IN"/>
          </a:p>
        </p:txBody>
      </p:sp>
    </p:spTree>
    <p:extLst>
      <p:ext uri="{BB962C8B-B14F-4D97-AF65-F5344CB8AC3E}">
        <p14:creationId xmlns:p14="http://schemas.microsoft.com/office/powerpoint/2010/main" val="3444717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7EFB4-D658-6814-F065-5E9C6419AE2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7216235-C3A8-F060-30C7-0FFDD2CBC32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DD1B408-6CEC-1F37-36CA-5765C1E2781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32379E-606B-C181-DA9D-53E859FD2062}"/>
              </a:ext>
            </a:extLst>
          </p:cNvPr>
          <p:cNvSpPr>
            <a:spLocks noGrp="1"/>
          </p:cNvSpPr>
          <p:nvPr>
            <p:ph type="dt" sz="half" idx="10"/>
          </p:nvPr>
        </p:nvSpPr>
        <p:spPr/>
        <p:txBody>
          <a:bodyPr/>
          <a:lstStyle/>
          <a:p>
            <a:fld id="{9DBD89FD-1150-4979-9614-9DD9EB69C9AA}" type="datetimeFigureOut">
              <a:rPr lang="en-IN" smtClean="0"/>
              <a:t>14-08-2026</a:t>
            </a:fld>
            <a:endParaRPr lang="en-IN"/>
          </a:p>
        </p:txBody>
      </p:sp>
      <p:sp>
        <p:nvSpPr>
          <p:cNvPr id="6" name="Footer Placeholder 5">
            <a:extLst>
              <a:ext uri="{FF2B5EF4-FFF2-40B4-BE49-F238E27FC236}">
                <a16:creationId xmlns:a16="http://schemas.microsoft.com/office/drawing/2014/main" id="{1DE78BF4-0F10-5E48-1C57-4766C37BA54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9925577-7D15-A784-D602-C2EF5F4BECAC}"/>
              </a:ext>
            </a:extLst>
          </p:cNvPr>
          <p:cNvSpPr>
            <a:spLocks noGrp="1"/>
          </p:cNvSpPr>
          <p:nvPr>
            <p:ph type="sldNum" sz="quarter" idx="12"/>
          </p:nvPr>
        </p:nvSpPr>
        <p:spPr/>
        <p:txBody>
          <a:bodyPr/>
          <a:lstStyle/>
          <a:p>
            <a:fld id="{5871D4DB-F3A0-4149-BE4E-F155135AE119}" type="slidenum">
              <a:rPr lang="en-IN" smtClean="0"/>
              <a:t>‹#›</a:t>
            </a:fld>
            <a:endParaRPr lang="en-IN"/>
          </a:p>
        </p:txBody>
      </p:sp>
    </p:spTree>
    <p:extLst>
      <p:ext uri="{BB962C8B-B14F-4D97-AF65-F5344CB8AC3E}">
        <p14:creationId xmlns:p14="http://schemas.microsoft.com/office/powerpoint/2010/main" val="35842326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7B010-FF59-0CB7-4087-1CC665E8D7F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706A10E-F566-59C7-C794-172B18FFFAD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3DADCB8-B9B3-6FC5-E50D-D7693B0C06F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B931BBB-5BB6-56F1-B332-0E7C857AD78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0834126-F3FE-BF3B-C669-34B160F359B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4DAAAE8-DC57-C01B-79C4-A6DDCDD0B588}"/>
              </a:ext>
            </a:extLst>
          </p:cNvPr>
          <p:cNvSpPr>
            <a:spLocks noGrp="1"/>
          </p:cNvSpPr>
          <p:nvPr>
            <p:ph type="dt" sz="half" idx="10"/>
          </p:nvPr>
        </p:nvSpPr>
        <p:spPr/>
        <p:txBody>
          <a:bodyPr/>
          <a:lstStyle/>
          <a:p>
            <a:fld id="{9DBD89FD-1150-4979-9614-9DD9EB69C9AA}" type="datetimeFigureOut">
              <a:rPr lang="en-IN" smtClean="0"/>
              <a:t>14-08-2026</a:t>
            </a:fld>
            <a:endParaRPr lang="en-IN"/>
          </a:p>
        </p:txBody>
      </p:sp>
      <p:sp>
        <p:nvSpPr>
          <p:cNvPr id="8" name="Footer Placeholder 7">
            <a:extLst>
              <a:ext uri="{FF2B5EF4-FFF2-40B4-BE49-F238E27FC236}">
                <a16:creationId xmlns:a16="http://schemas.microsoft.com/office/drawing/2014/main" id="{90978D50-BF56-325F-3BA9-7086F2D8904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AE1807C-9917-1E23-B74A-55208340B9DD}"/>
              </a:ext>
            </a:extLst>
          </p:cNvPr>
          <p:cNvSpPr>
            <a:spLocks noGrp="1"/>
          </p:cNvSpPr>
          <p:nvPr>
            <p:ph type="sldNum" sz="quarter" idx="12"/>
          </p:nvPr>
        </p:nvSpPr>
        <p:spPr/>
        <p:txBody>
          <a:bodyPr/>
          <a:lstStyle/>
          <a:p>
            <a:fld id="{5871D4DB-F3A0-4149-BE4E-F155135AE119}" type="slidenum">
              <a:rPr lang="en-IN" smtClean="0"/>
              <a:t>‹#›</a:t>
            </a:fld>
            <a:endParaRPr lang="en-IN"/>
          </a:p>
        </p:txBody>
      </p:sp>
    </p:spTree>
    <p:extLst>
      <p:ext uri="{BB962C8B-B14F-4D97-AF65-F5344CB8AC3E}">
        <p14:creationId xmlns:p14="http://schemas.microsoft.com/office/powerpoint/2010/main" val="10895870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971EB-AB59-B523-AC91-1EA0C69063B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632BB51-D151-4018-E94C-9492D14A2E20}"/>
              </a:ext>
            </a:extLst>
          </p:cNvPr>
          <p:cNvSpPr>
            <a:spLocks noGrp="1"/>
          </p:cNvSpPr>
          <p:nvPr>
            <p:ph type="dt" sz="half" idx="10"/>
          </p:nvPr>
        </p:nvSpPr>
        <p:spPr/>
        <p:txBody>
          <a:bodyPr/>
          <a:lstStyle/>
          <a:p>
            <a:fld id="{9DBD89FD-1150-4979-9614-9DD9EB69C9AA}" type="datetimeFigureOut">
              <a:rPr lang="en-IN" smtClean="0"/>
              <a:t>14-08-2026</a:t>
            </a:fld>
            <a:endParaRPr lang="en-IN"/>
          </a:p>
        </p:txBody>
      </p:sp>
      <p:sp>
        <p:nvSpPr>
          <p:cNvPr id="4" name="Footer Placeholder 3">
            <a:extLst>
              <a:ext uri="{FF2B5EF4-FFF2-40B4-BE49-F238E27FC236}">
                <a16:creationId xmlns:a16="http://schemas.microsoft.com/office/drawing/2014/main" id="{6CA76A11-3EFF-9F2E-7592-FC46C91DE85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E7E4494-87A1-9015-81E3-AB1F67ADDF40}"/>
              </a:ext>
            </a:extLst>
          </p:cNvPr>
          <p:cNvSpPr>
            <a:spLocks noGrp="1"/>
          </p:cNvSpPr>
          <p:nvPr>
            <p:ph type="sldNum" sz="quarter" idx="12"/>
          </p:nvPr>
        </p:nvSpPr>
        <p:spPr/>
        <p:txBody>
          <a:bodyPr/>
          <a:lstStyle/>
          <a:p>
            <a:fld id="{5871D4DB-F3A0-4149-BE4E-F155135AE119}" type="slidenum">
              <a:rPr lang="en-IN" smtClean="0"/>
              <a:t>‹#›</a:t>
            </a:fld>
            <a:endParaRPr lang="en-IN"/>
          </a:p>
        </p:txBody>
      </p:sp>
    </p:spTree>
    <p:extLst>
      <p:ext uri="{BB962C8B-B14F-4D97-AF65-F5344CB8AC3E}">
        <p14:creationId xmlns:p14="http://schemas.microsoft.com/office/powerpoint/2010/main" val="33372075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87C2251-4AD5-6CC6-554E-ACA868802A17}"/>
              </a:ext>
            </a:extLst>
          </p:cNvPr>
          <p:cNvSpPr>
            <a:spLocks noGrp="1"/>
          </p:cNvSpPr>
          <p:nvPr>
            <p:ph type="dt" sz="half" idx="10"/>
          </p:nvPr>
        </p:nvSpPr>
        <p:spPr/>
        <p:txBody>
          <a:bodyPr/>
          <a:lstStyle/>
          <a:p>
            <a:fld id="{9DBD89FD-1150-4979-9614-9DD9EB69C9AA}" type="datetimeFigureOut">
              <a:rPr lang="en-IN" smtClean="0"/>
              <a:t>14-08-2026</a:t>
            </a:fld>
            <a:endParaRPr lang="en-IN"/>
          </a:p>
        </p:txBody>
      </p:sp>
      <p:sp>
        <p:nvSpPr>
          <p:cNvPr id="3" name="Footer Placeholder 2">
            <a:extLst>
              <a:ext uri="{FF2B5EF4-FFF2-40B4-BE49-F238E27FC236}">
                <a16:creationId xmlns:a16="http://schemas.microsoft.com/office/drawing/2014/main" id="{339E874E-4321-DEEB-AF2B-11C3E932AC6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A0854DB-44F2-EB81-AD02-3521BE282E75}"/>
              </a:ext>
            </a:extLst>
          </p:cNvPr>
          <p:cNvSpPr>
            <a:spLocks noGrp="1"/>
          </p:cNvSpPr>
          <p:nvPr>
            <p:ph type="sldNum" sz="quarter" idx="12"/>
          </p:nvPr>
        </p:nvSpPr>
        <p:spPr/>
        <p:txBody>
          <a:bodyPr/>
          <a:lstStyle/>
          <a:p>
            <a:fld id="{5871D4DB-F3A0-4149-BE4E-F155135AE119}" type="slidenum">
              <a:rPr lang="en-IN" smtClean="0"/>
              <a:t>‹#›</a:t>
            </a:fld>
            <a:endParaRPr lang="en-IN"/>
          </a:p>
        </p:txBody>
      </p:sp>
    </p:spTree>
    <p:extLst>
      <p:ext uri="{BB962C8B-B14F-4D97-AF65-F5344CB8AC3E}">
        <p14:creationId xmlns:p14="http://schemas.microsoft.com/office/powerpoint/2010/main" val="12596846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F300B-399B-1F5B-EAE1-123CB0B495C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261BF94-CB3C-A8B2-E5D4-C36CE25CDC3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11BE399-58D6-C8D0-6E62-3CCFC67D2B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4457D2B-22FA-E3BD-0160-4BB8741A0BC2}"/>
              </a:ext>
            </a:extLst>
          </p:cNvPr>
          <p:cNvSpPr>
            <a:spLocks noGrp="1"/>
          </p:cNvSpPr>
          <p:nvPr>
            <p:ph type="dt" sz="half" idx="10"/>
          </p:nvPr>
        </p:nvSpPr>
        <p:spPr/>
        <p:txBody>
          <a:bodyPr/>
          <a:lstStyle/>
          <a:p>
            <a:fld id="{9DBD89FD-1150-4979-9614-9DD9EB69C9AA}" type="datetimeFigureOut">
              <a:rPr lang="en-IN" smtClean="0"/>
              <a:t>14-08-2026</a:t>
            </a:fld>
            <a:endParaRPr lang="en-IN"/>
          </a:p>
        </p:txBody>
      </p:sp>
      <p:sp>
        <p:nvSpPr>
          <p:cNvPr id="6" name="Footer Placeholder 5">
            <a:extLst>
              <a:ext uri="{FF2B5EF4-FFF2-40B4-BE49-F238E27FC236}">
                <a16:creationId xmlns:a16="http://schemas.microsoft.com/office/drawing/2014/main" id="{56ED5D03-8CBC-D73D-86C4-D4AEA7D7B01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729FACB-D6ED-6C3C-011B-654286285383}"/>
              </a:ext>
            </a:extLst>
          </p:cNvPr>
          <p:cNvSpPr>
            <a:spLocks noGrp="1"/>
          </p:cNvSpPr>
          <p:nvPr>
            <p:ph type="sldNum" sz="quarter" idx="12"/>
          </p:nvPr>
        </p:nvSpPr>
        <p:spPr/>
        <p:txBody>
          <a:bodyPr/>
          <a:lstStyle/>
          <a:p>
            <a:fld id="{5871D4DB-F3A0-4149-BE4E-F155135AE119}" type="slidenum">
              <a:rPr lang="en-IN" smtClean="0"/>
              <a:t>‹#›</a:t>
            </a:fld>
            <a:endParaRPr lang="en-IN"/>
          </a:p>
        </p:txBody>
      </p:sp>
    </p:spTree>
    <p:extLst>
      <p:ext uri="{BB962C8B-B14F-4D97-AF65-F5344CB8AC3E}">
        <p14:creationId xmlns:p14="http://schemas.microsoft.com/office/powerpoint/2010/main" val="41810469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A36FA-3CFF-29E4-33DD-468945E221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E801A5C-2B15-8CEE-60A8-415FCF7631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28917E3-6163-AA46-B140-9EB4F5FBAC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194199E-F1B5-870F-869F-027453C8E90E}"/>
              </a:ext>
            </a:extLst>
          </p:cNvPr>
          <p:cNvSpPr>
            <a:spLocks noGrp="1"/>
          </p:cNvSpPr>
          <p:nvPr>
            <p:ph type="dt" sz="half" idx="10"/>
          </p:nvPr>
        </p:nvSpPr>
        <p:spPr/>
        <p:txBody>
          <a:bodyPr/>
          <a:lstStyle/>
          <a:p>
            <a:fld id="{9DBD89FD-1150-4979-9614-9DD9EB69C9AA}" type="datetimeFigureOut">
              <a:rPr lang="en-IN" smtClean="0"/>
              <a:t>14-08-2026</a:t>
            </a:fld>
            <a:endParaRPr lang="en-IN"/>
          </a:p>
        </p:txBody>
      </p:sp>
      <p:sp>
        <p:nvSpPr>
          <p:cNvPr id="6" name="Footer Placeholder 5">
            <a:extLst>
              <a:ext uri="{FF2B5EF4-FFF2-40B4-BE49-F238E27FC236}">
                <a16:creationId xmlns:a16="http://schemas.microsoft.com/office/drawing/2014/main" id="{790E109C-B14B-88CF-5190-BD96216D6DB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F877B40-ED5C-2D77-3B00-4D0FB1410724}"/>
              </a:ext>
            </a:extLst>
          </p:cNvPr>
          <p:cNvSpPr>
            <a:spLocks noGrp="1"/>
          </p:cNvSpPr>
          <p:nvPr>
            <p:ph type="sldNum" sz="quarter" idx="12"/>
          </p:nvPr>
        </p:nvSpPr>
        <p:spPr/>
        <p:txBody>
          <a:bodyPr/>
          <a:lstStyle/>
          <a:p>
            <a:fld id="{5871D4DB-F3A0-4149-BE4E-F155135AE119}" type="slidenum">
              <a:rPr lang="en-IN" smtClean="0"/>
              <a:t>‹#›</a:t>
            </a:fld>
            <a:endParaRPr lang="en-IN"/>
          </a:p>
        </p:txBody>
      </p:sp>
    </p:spTree>
    <p:extLst>
      <p:ext uri="{BB962C8B-B14F-4D97-AF65-F5344CB8AC3E}">
        <p14:creationId xmlns:p14="http://schemas.microsoft.com/office/powerpoint/2010/main" val="8731520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77463-B71E-88C9-E822-48E99A7FF84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45BF2A4-9DBF-E1DE-3C4D-D911961340D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888E53D-18F7-DDAB-669F-F896929AD619}"/>
              </a:ext>
            </a:extLst>
          </p:cNvPr>
          <p:cNvSpPr>
            <a:spLocks noGrp="1"/>
          </p:cNvSpPr>
          <p:nvPr>
            <p:ph type="dt" sz="half" idx="10"/>
          </p:nvPr>
        </p:nvSpPr>
        <p:spPr/>
        <p:txBody>
          <a:bodyPr/>
          <a:lstStyle/>
          <a:p>
            <a:fld id="{9DBD89FD-1150-4979-9614-9DD9EB69C9AA}" type="datetimeFigureOut">
              <a:rPr lang="en-IN" smtClean="0"/>
              <a:t>14-08-2026</a:t>
            </a:fld>
            <a:endParaRPr lang="en-IN"/>
          </a:p>
        </p:txBody>
      </p:sp>
      <p:sp>
        <p:nvSpPr>
          <p:cNvPr id="5" name="Footer Placeholder 4">
            <a:extLst>
              <a:ext uri="{FF2B5EF4-FFF2-40B4-BE49-F238E27FC236}">
                <a16:creationId xmlns:a16="http://schemas.microsoft.com/office/drawing/2014/main" id="{1DBF3B6A-6945-DCAD-58BB-EB48FD3CC4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BFD397C-22ED-7A15-B740-DB385AA4D5BF}"/>
              </a:ext>
            </a:extLst>
          </p:cNvPr>
          <p:cNvSpPr>
            <a:spLocks noGrp="1"/>
          </p:cNvSpPr>
          <p:nvPr>
            <p:ph type="sldNum" sz="quarter" idx="12"/>
          </p:nvPr>
        </p:nvSpPr>
        <p:spPr/>
        <p:txBody>
          <a:bodyPr/>
          <a:lstStyle/>
          <a:p>
            <a:fld id="{5871D4DB-F3A0-4149-BE4E-F155135AE119}" type="slidenum">
              <a:rPr lang="en-IN" smtClean="0"/>
              <a:t>‹#›</a:t>
            </a:fld>
            <a:endParaRPr lang="en-IN"/>
          </a:p>
        </p:txBody>
      </p:sp>
    </p:spTree>
    <p:extLst>
      <p:ext uri="{BB962C8B-B14F-4D97-AF65-F5344CB8AC3E}">
        <p14:creationId xmlns:p14="http://schemas.microsoft.com/office/powerpoint/2010/main" val="1204552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D7C07D4-C03D-D87C-98C8-BBBB406AB29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035743A-07E6-96C7-BBAF-0203D5AC7F4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F18118A-8632-A741-AE6E-B6027C2692DC}"/>
              </a:ext>
            </a:extLst>
          </p:cNvPr>
          <p:cNvSpPr>
            <a:spLocks noGrp="1"/>
          </p:cNvSpPr>
          <p:nvPr>
            <p:ph type="dt" sz="half" idx="10"/>
          </p:nvPr>
        </p:nvSpPr>
        <p:spPr/>
        <p:txBody>
          <a:bodyPr/>
          <a:lstStyle/>
          <a:p>
            <a:fld id="{9DBD89FD-1150-4979-9614-9DD9EB69C9AA}" type="datetimeFigureOut">
              <a:rPr lang="en-IN" smtClean="0"/>
              <a:t>14-08-2026</a:t>
            </a:fld>
            <a:endParaRPr lang="en-IN"/>
          </a:p>
        </p:txBody>
      </p:sp>
      <p:sp>
        <p:nvSpPr>
          <p:cNvPr id="5" name="Footer Placeholder 4">
            <a:extLst>
              <a:ext uri="{FF2B5EF4-FFF2-40B4-BE49-F238E27FC236}">
                <a16:creationId xmlns:a16="http://schemas.microsoft.com/office/drawing/2014/main" id="{CF57F320-8747-00ED-F9CE-DA3BE58E4AD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720E883-C54B-2C9A-10AC-7A9F284EDD05}"/>
              </a:ext>
            </a:extLst>
          </p:cNvPr>
          <p:cNvSpPr>
            <a:spLocks noGrp="1"/>
          </p:cNvSpPr>
          <p:nvPr>
            <p:ph type="sldNum" sz="quarter" idx="12"/>
          </p:nvPr>
        </p:nvSpPr>
        <p:spPr/>
        <p:txBody>
          <a:bodyPr/>
          <a:lstStyle/>
          <a:p>
            <a:fld id="{5871D4DB-F3A0-4149-BE4E-F155135AE119}" type="slidenum">
              <a:rPr lang="en-IN" smtClean="0"/>
              <a:t>‹#›</a:t>
            </a:fld>
            <a:endParaRPr lang="en-IN"/>
          </a:p>
        </p:txBody>
      </p:sp>
    </p:spTree>
    <p:extLst>
      <p:ext uri="{BB962C8B-B14F-4D97-AF65-F5344CB8AC3E}">
        <p14:creationId xmlns:p14="http://schemas.microsoft.com/office/powerpoint/2010/main" val="24717098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E01C8-D491-2175-9058-3F6DFCE2C7D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05AE508-A02A-99C7-5613-B94B7337C64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C93E0A0-323B-05CB-B626-F1AE478EB195}"/>
              </a:ext>
            </a:extLst>
          </p:cNvPr>
          <p:cNvSpPr>
            <a:spLocks noGrp="1"/>
          </p:cNvSpPr>
          <p:nvPr>
            <p:ph type="dt" sz="half" idx="10"/>
          </p:nvPr>
        </p:nvSpPr>
        <p:spPr/>
        <p:txBody>
          <a:bodyPr/>
          <a:lstStyle/>
          <a:p>
            <a:fld id="{76E1380B-202A-4ADB-8029-48BBD470229E}" type="datetimeFigureOut">
              <a:rPr lang="en-IN" smtClean="0"/>
              <a:t>14-08-2026</a:t>
            </a:fld>
            <a:endParaRPr lang="en-IN"/>
          </a:p>
        </p:txBody>
      </p:sp>
      <p:sp>
        <p:nvSpPr>
          <p:cNvPr id="5" name="Footer Placeholder 4">
            <a:extLst>
              <a:ext uri="{FF2B5EF4-FFF2-40B4-BE49-F238E27FC236}">
                <a16:creationId xmlns:a16="http://schemas.microsoft.com/office/drawing/2014/main" id="{54575BC5-CD0D-9CBC-38C6-7C29015F693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6305E0C-F08F-962E-207F-417C2E7A9268}"/>
              </a:ext>
            </a:extLst>
          </p:cNvPr>
          <p:cNvSpPr>
            <a:spLocks noGrp="1"/>
          </p:cNvSpPr>
          <p:nvPr>
            <p:ph type="sldNum" sz="quarter" idx="12"/>
          </p:nvPr>
        </p:nvSpPr>
        <p:spPr/>
        <p:txBody>
          <a:bodyPr/>
          <a:lstStyle/>
          <a:p>
            <a:fld id="{286E0C2F-4780-48A0-B75F-48779EFC8E36}" type="slidenum">
              <a:rPr lang="en-IN" smtClean="0"/>
              <a:t>‹#›</a:t>
            </a:fld>
            <a:endParaRPr lang="en-IN"/>
          </a:p>
        </p:txBody>
      </p:sp>
    </p:spTree>
    <p:extLst>
      <p:ext uri="{BB962C8B-B14F-4D97-AF65-F5344CB8AC3E}">
        <p14:creationId xmlns:p14="http://schemas.microsoft.com/office/powerpoint/2010/main" val="18703079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CE304-E6AE-3922-9A41-9270FF6ED0E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EEA0478-EFA8-16F8-0007-3E698DBA0CB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50637BA-C0CF-BE0D-A4A2-B99399D3FA56}"/>
              </a:ext>
            </a:extLst>
          </p:cNvPr>
          <p:cNvSpPr>
            <a:spLocks noGrp="1"/>
          </p:cNvSpPr>
          <p:nvPr>
            <p:ph type="dt" sz="half" idx="10"/>
          </p:nvPr>
        </p:nvSpPr>
        <p:spPr/>
        <p:txBody>
          <a:bodyPr/>
          <a:lstStyle/>
          <a:p>
            <a:fld id="{76E1380B-202A-4ADB-8029-48BBD470229E}" type="datetimeFigureOut">
              <a:rPr lang="en-IN" smtClean="0"/>
              <a:t>14-08-2026</a:t>
            </a:fld>
            <a:endParaRPr lang="en-IN"/>
          </a:p>
        </p:txBody>
      </p:sp>
      <p:sp>
        <p:nvSpPr>
          <p:cNvPr id="5" name="Footer Placeholder 4">
            <a:extLst>
              <a:ext uri="{FF2B5EF4-FFF2-40B4-BE49-F238E27FC236}">
                <a16:creationId xmlns:a16="http://schemas.microsoft.com/office/drawing/2014/main" id="{D3EB3544-E7EF-B90B-7123-043AE6E5D45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7ED28D1-3A61-7B6D-E385-986EF42C1783}"/>
              </a:ext>
            </a:extLst>
          </p:cNvPr>
          <p:cNvSpPr>
            <a:spLocks noGrp="1"/>
          </p:cNvSpPr>
          <p:nvPr>
            <p:ph type="sldNum" sz="quarter" idx="12"/>
          </p:nvPr>
        </p:nvSpPr>
        <p:spPr/>
        <p:txBody>
          <a:bodyPr/>
          <a:lstStyle/>
          <a:p>
            <a:fld id="{286E0C2F-4780-48A0-B75F-48779EFC8E36}" type="slidenum">
              <a:rPr lang="en-IN" smtClean="0"/>
              <a:t>‹#›</a:t>
            </a:fld>
            <a:endParaRPr lang="en-IN"/>
          </a:p>
        </p:txBody>
      </p:sp>
    </p:spTree>
    <p:extLst>
      <p:ext uri="{BB962C8B-B14F-4D97-AF65-F5344CB8AC3E}">
        <p14:creationId xmlns:p14="http://schemas.microsoft.com/office/powerpoint/2010/main" val="37981800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0FFEA6-D58A-647D-9BB3-C8BB8A8B857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D124FDA-69B0-3C1A-106E-04BB47D9E91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092A197-8FEB-2E17-7C28-09BED68156F0}"/>
              </a:ext>
            </a:extLst>
          </p:cNvPr>
          <p:cNvSpPr>
            <a:spLocks noGrp="1"/>
          </p:cNvSpPr>
          <p:nvPr>
            <p:ph type="dt" sz="half" idx="10"/>
          </p:nvPr>
        </p:nvSpPr>
        <p:spPr/>
        <p:txBody>
          <a:bodyPr/>
          <a:lstStyle/>
          <a:p>
            <a:fld id="{76E1380B-202A-4ADB-8029-48BBD470229E}" type="datetimeFigureOut">
              <a:rPr lang="en-IN" smtClean="0"/>
              <a:t>14-08-2026</a:t>
            </a:fld>
            <a:endParaRPr lang="en-IN"/>
          </a:p>
        </p:txBody>
      </p:sp>
      <p:sp>
        <p:nvSpPr>
          <p:cNvPr id="5" name="Footer Placeholder 4">
            <a:extLst>
              <a:ext uri="{FF2B5EF4-FFF2-40B4-BE49-F238E27FC236}">
                <a16:creationId xmlns:a16="http://schemas.microsoft.com/office/drawing/2014/main" id="{7E699017-CE42-83B3-49F7-31021CADB3F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09F764B-A203-707F-3333-F7E3B7CB37A8}"/>
              </a:ext>
            </a:extLst>
          </p:cNvPr>
          <p:cNvSpPr>
            <a:spLocks noGrp="1"/>
          </p:cNvSpPr>
          <p:nvPr>
            <p:ph type="sldNum" sz="quarter" idx="12"/>
          </p:nvPr>
        </p:nvSpPr>
        <p:spPr/>
        <p:txBody>
          <a:bodyPr/>
          <a:lstStyle/>
          <a:p>
            <a:fld id="{286E0C2F-4780-48A0-B75F-48779EFC8E36}" type="slidenum">
              <a:rPr lang="en-IN" smtClean="0"/>
              <a:t>‹#›</a:t>
            </a:fld>
            <a:endParaRPr lang="en-IN"/>
          </a:p>
        </p:txBody>
      </p:sp>
    </p:spTree>
    <p:extLst>
      <p:ext uri="{BB962C8B-B14F-4D97-AF65-F5344CB8AC3E}">
        <p14:creationId xmlns:p14="http://schemas.microsoft.com/office/powerpoint/2010/main" val="34815324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85CE9-6EC1-A37D-E234-28A3EB3D611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1C8B26E-9613-52FD-AB9E-A53E7BCD983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B56B7B7-57F5-CBA8-9416-A94FA6ACF70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A04694E-1E5E-9700-B6CD-4244ABC21E0B}"/>
              </a:ext>
            </a:extLst>
          </p:cNvPr>
          <p:cNvSpPr>
            <a:spLocks noGrp="1"/>
          </p:cNvSpPr>
          <p:nvPr>
            <p:ph type="dt" sz="half" idx="10"/>
          </p:nvPr>
        </p:nvSpPr>
        <p:spPr/>
        <p:txBody>
          <a:bodyPr/>
          <a:lstStyle/>
          <a:p>
            <a:fld id="{76E1380B-202A-4ADB-8029-48BBD470229E}" type="datetimeFigureOut">
              <a:rPr lang="en-IN" smtClean="0"/>
              <a:t>14-08-2026</a:t>
            </a:fld>
            <a:endParaRPr lang="en-IN"/>
          </a:p>
        </p:txBody>
      </p:sp>
      <p:sp>
        <p:nvSpPr>
          <p:cNvPr id="6" name="Footer Placeholder 5">
            <a:extLst>
              <a:ext uri="{FF2B5EF4-FFF2-40B4-BE49-F238E27FC236}">
                <a16:creationId xmlns:a16="http://schemas.microsoft.com/office/drawing/2014/main" id="{91EA6A25-812C-197C-A392-01C84630252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09B391F-D01F-5022-7E76-89516160C68D}"/>
              </a:ext>
            </a:extLst>
          </p:cNvPr>
          <p:cNvSpPr>
            <a:spLocks noGrp="1"/>
          </p:cNvSpPr>
          <p:nvPr>
            <p:ph type="sldNum" sz="quarter" idx="12"/>
          </p:nvPr>
        </p:nvSpPr>
        <p:spPr/>
        <p:txBody>
          <a:bodyPr/>
          <a:lstStyle/>
          <a:p>
            <a:fld id="{286E0C2F-4780-48A0-B75F-48779EFC8E36}" type="slidenum">
              <a:rPr lang="en-IN" smtClean="0"/>
              <a:t>‹#›</a:t>
            </a:fld>
            <a:endParaRPr lang="en-IN"/>
          </a:p>
        </p:txBody>
      </p:sp>
    </p:spTree>
    <p:extLst>
      <p:ext uri="{BB962C8B-B14F-4D97-AF65-F5344CB8AC3E}">
        <p14:creationId xmlns:p14="http://schemas.microsoft.com/office/powerpoint/2010/main" val="21515255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FC3AF-8AC8-B9B2-6D2E-47F15E5D17C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5FFDD15-4508-717D-574A-86A0746B3B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43FD005-0876-6386-8200-7DB9C5E9D07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B59816A-F9EE-79E0-8640-2AA32BF0A78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F88F227-C99A-0BE8-E2D5-38EF096A9C6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3C3B828-68FD-1497-2365-86E02D435469}"/>
              </a:ext>
            </a:extLst>
          </p:cNvPr>
          <p:cNvSpPr>
            <a:spLocks noGrp="1"/>
          </p:cNvSpPr>
          <p:nvPr>
            <p:ph type="dt" sz="half" idx="10"/>
          </p:nvPr>
        </p:nvSpPr>
        <p:spPr/>
        <p:txBody>
          <a:bodyPr/>
          <a:lstStyle/>
          <a:p>
            <a:fld id="{76E1380B-202A-4ADB-8029-48BBD470229E}" type="datetimeFigureOut">
              <a:rPr lang="en-IN" smtClean="0"/>
              <a:t>14-08-2026</a:t>
            </a:fld>
            <a:endParaRPr lang="en-IN"/>
          </a:p>
        </p:txBody>
      </p:sp>
      <p:sp>
        <p:nvSpPr>
          <p:cNvPr id="8" name="Footer Placeholder 7">
            <a:extLst>
              <a:ext uri="{FF2B5EF4-FFF2-40B4-BE49-F238E27FC236}">
                <a16:creationId xmlns:a16="http://schemas.microsoft.com/office/drawing/2014/main" id="{9343CACA-4881-5DE9-2E90-A2E897B58A1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265C47D-CF0F-61F2-F67C-3FA6B37DFE0F}"/>
              </a:ext>
            </a:extLst>
          </p:cNvPr>
          <p:cNvSpPr>
            <a:spLocks noGrp="1"/>
          </p:cNvSpPr>
          <p:nvPr>
            <p:ph type="sldNum" sz="quarter" idx="12"/>
          </p:nvPr>
        </p:nvSpPr>
        <p:spPr/>
        <p:txBody>
          <a:bodyPr/>
          <a:lstStyle/>
          <a:p>
            <a:fld id="{286E0C2F-4780-48A0-B75F-48779EFC8E36}" type="slidenum">
              <a:rPr lang="en-IN" smtClean="0"/>
              <a:t>‹#›</a:t>
            </a:fld>
            <a:endParaRPr lang="en-IN"/>
          </a:p>
        </p:txBody>
      </p:sp>
    </p:spTree>
    <p:extLst>
      <p:ext uri="{BB962C8B-B14F-4D97-AF65-F5344CB8AC3E}">
        <p14:creationId xmlns:p14="http://schemas.microsoft.com/office/powerpoint/2010/main" val="11266033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7D56E-0FD5-DF7C-68EA-DC17E48FB85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0ECEF17-38CD-3751-C4AB-BFDB19B38146}"/>
              </a:ext>
            </a:extLst>
          </p:cNvPr>
          <p:cNvSpPr>
            <a:spLocks noGrp="1"/>
          </p:cNvSpPr>
          <p:nvPr>
            <p:ph type="dt" sz="half" idx="10"/>
          </p:nvPr>
        </p:nvSpPr>
        <p:spPr/>
        <p:txBody>
          <a:bodyPr/>
          <a:lstStyle/>
          <a:p>
            <a:fld id="{76E1380B-202A-4ADB-8029-48BBD470229E}" type="datetimeFigureOut">
              <a:rPr lang="en-IN" smtClean="0"/>
              <a:t>14-08-2026</a:t>
            </a:fld>
            <a:endParaRPr lang="en-IN"/>
          </a:p>
        </p:txBody>
      </p:sp>
      <p:sp>
        <p:nvSpPr>
          <p:cNvPr id="4" name="Footer Placeholder 3">
            <a:extLst>
              <a:ext uri="{FF2B5EF4-FFF2-40B4-BE49-F238E27FC236}">
                <a16:creationId xmlns:a16="http://schemas.microsoft.com/office/drawing/2014/main" id="{BFE1B887-6CEF-B818-C9CD-7158F0CB4C0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7162570-4204-8E32-5E71-D489A80AC459}"/>
              </a:ext>
            </a:extLst>
          </p:cNvPr>
          <p:cNvSpPr>
            <a:spLocks noGrp="1"/>
          </p:cNvSpPr>
          <p:nvPr>
            <p:ph type="sldNum" sz="quarter" idx="12"/>
          </p:nvPr>
        </p:nvSpPr>
        <p:spPr/>
        <p:txBody>
          <a:bodyPr/>
          <a:lstStyle/>
          <a:p>
            <a:fld id="{286E0C2F-4780-48A0-B75F-48779EFC8E36}" type="slidenum">
              <a:rPr lang="en-IN" smtClean="0"/>
              <a:t>‹#›</a:t>
            </a:fld>
            <a:endParaRPr lang="en-IN"/>
          </a:p>
        </p:txBody>
      </p:sp>
    </p:spTree>
    <p:extLst>
      <p:ext uri="{BB962C8B-B14F-4D97-AF65-F5344CB8AC3E}">
        <p14:creationId xmlns:p14="http://schemas.microsoft.com/office/powerpoint/2010/main" val="298677323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624B40E-1EAA-8AEF-A416-C770A8908ACD}"/>
              </a:ext>
            </a:extLst>
          </p:cNvPr>
          <p:cNvSpPr>
            <a:spLocks noGrp="1"/>
          </p:cNvSpPr>
          <p:nvPr>
            <p:ph type="dt" sz="half" idx="10"/>
          </p:nvPr>
        </p:nvSpPr>
        <p:spPr/>
        <p:txBody>
          <a:bodyPr/>
          <a:lstStyle/>
          <a:p>
            <a:fld id="{76E1380B-202A-4ADB-8029-48BBD470229E}" type="datetimeFigureOut">
              <a:rPr lang="en-IN" smtClean="0"/>
              <a:t>14-08-2026</a:t>
            </a:fld>
            <a:endParaRPr lang="en-IN"/>
          </a:p>
        </p:txBody>
      </p:sp>
      <p:sp>
        <p:nvSpPr>
          <p:cNvPr id="3" name="Footer Placeholder 2">
            <a:extLst>
              <a:ext uri="{FF2B5EF4-FFF2-40B4-BE49-F238E27FC236}">
                <a16:creationId xmlns:a16="http://schemas.microsoft.com/office/drawing/2014/main" id="{D02FFDCD-940D-8E1E-9D26-08F41DA47ED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4D96120-56E0-1BBB-23FC-05FE959F6D98}"/>
              </a:ext>
            </a:extLst>
          </p:cNvPr>
          <p:cNvSpPr>
            <a:spLocks noGrp="1"/>
          </p:cNvSpPr>
          <p:nvPr>
            <p:ph type="sldNum" sz="quarter" idx="12"/>
          </p:nvPr>
        </p:nvSpPr>
        <p:spPr/>
        <p:txBody>
          <a:bodyPr/>
          <a:lstStyle/>
          <a:p>
            <a:fld id="{286E0C2F-4780-48A0-B75F-48779EFC8E36}" type="slidenum">
              <a:rPr lang="en-IN" smtClean="0"/>
              <a:t>‹#›</a:t>
            </a:fld>
            <a:endParaRPr lang="en-IN"/>
          </a:p>
        </p:txBody>
      </p:sp>
    </p:spTree>
    <p:extLst>
      <p:ext uri="{BB962C8B-B14F-4D97-AF65-F5344CB8AC3E}">
        <p14:creationId xmlns:p14="http://schemas.microsoft.com/office/powerpoint/2010/main" val="35802532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A1CC4-88F2-23FF-E085-E181C9A181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68AF40E-38A7-7E2D-2733-B41FFF7153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6A9763F-CA21-1637-4481-44386C9C75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4F77FE0-8C6A-51DF-1EB7-01E8E90E4AA4}"/>
              </a:ext>
            </a:extLst>
          </p:cNvPr>
          <p:cNvSpPr>
            <a:spLocks noGrp="1"/>
          </p:cNvSpPr>
          <p:nvPr>
            <p:ph type="dt" sz="half" idx="10"/>
          </p:nvPr>
        </p:nvSpPr>
        <p:spPr/>
        <p:txBody>
          <a:bodyPr/>
          <a:lstStyle/>
          <a:p>
            <a:fld id="{76E1380B-202A-4ADB-8029-48BBD470229E}" type="datetimeFigureOut">
              <a:rPr lang="en-IN" smtClean="0"/>
              <a:t>14-08-2026</a:t>
            </a:fld>
            <a:endParaRPr lang="en-IN"/>
          </a:p>
        </p:txBody>
      </p:sp>
      <p:sp>
        <p:nvSpPr>
          <p:cNvPr id="6" name="Footer Placeholder 5">
            <a:extLst>
              <a:ext uri="{FF2B5EF4-FFF2-40B4-BE49-F238E27FC236}">
                <a16:creationId xmlns:a16="http://schemas.microsoft.com/office/drawing/2014/main" id="{34A3CFB1-188A-8165-AB6D-45C8E757C38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0FDCC21-6BBD-3BC0-E487-0F68528AD8CA}"/>
              </a:ext>
            </a:extLst>
          </p:cNvPr>
          <p:cNvSpPr>
            <a:spLocks noGrp="1"/>
          </p:cNvSpPr>
          <p:nvPr>
            <p:ph type="sldNum" sz="quarter" idx="12"/>
          </p:nvPr>
        </p:nvSpPr>
        <p:spPr/>
        <p:txBody>
          <a:bodyPr/>
          <a:lstStyle/>
          <a:p>
            <a:fld id="{286E0C2F-4780-48A0-B75F-48779EFC8E36}" type="slidenum">
              <a:rPr lang="en-IN" smtClean="0"/>
              <a:t>‹#›</a:t>
            </a:fld>
            <a:endParaRPr lang="en-IN"/>
          </a:p>
        </p:txBody>
      </p:sp>
    </p:spTree>
    <p:extLst>
      <p:ext uri="{BB962C8B-B14F-4D97-AF65-F5344CB8AC3E}">
        <p14:creationId xmlns:p14="http://schemas.microsoft.com/office/powerpoint/2010/main" val="231602527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5EBEA-D782-5BC7-7866-4733364F6B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159654B-1A8B-CFF6-7B0C-005A1009B0C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76E49E8-EAD9-5366-72B0-C79C022626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7073613-FE95-9ECA-EB7B-2A9D74612556}"/>
              </a:ext>
            </a:extLst>
          </p:cNvPr>
          <p:cNvSpPr>
            <a:spLocks noGrp="1"/>
          </p:cNvSpPr>
          <p:nvPr>
            <p:ph type="dt" sz="half" idx="10"/>
          </p:nvPr>
        </p:nvSpPr>
        <p:spPr/>
        <p:txBody>
          <a:bodyPr/>
          <a:lstStyle/>
          <a:p>
            <a:fld id="{76E1380B-202A-4ADB-8029-48BBD470229E}" type="datetimeFigureOut">
              <a:rPr lang="en-IN" smtClean="0"/>
              <a:t>14-08-2026</a:t>
            </a:fld>
            <a:endParaRPr lang="en-IN"/>
          </a:p>
        </p:txBody>
      </p:sp>
      <p:sp>
        <p:nvSpPr>
          <p:cNvPr id="6" name="Footer Placeholder 5">
            <a:extLst>
              <a:ext uri="{FF2B5EF4-FFF2-40B4-BE49-F238E27FC236}">
                <a16:creationId xmlns:a16="http://schemas.microsoft.com/office/drawing/2014/main" id="{F1936428-F07B-7E31-8930-3DD7736AA8D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714FA89-AAD0-FD26-26D2-8AE3B750DF7E}"/>
              </a:ext>
            </a:extLst>
          </p:cNvPr>
          <p:cNvSpPr>
            <a:spLocks noGrp="1"/>
          </p:cNvSpPr>
          <p:nvPr>
            <p:ph type="sldNum" sz="quarter" idx="12"/>
          </p:nvPr>
        </p:nvSpPr>
        <p:spPr/>
        <p:txBody>
          <a:bodyPr/>
          <a:lstStyle/>
          <a:p>
            <a:fld id="{286E0C2F-4780-48A0-B75F-48779EFC8E36}" type="slidenum">
              <a:rPr lang="en-IN" smtClean="0"/>
              <a:t>‹#›</a:t>
            </a:fld>
            <a:endParaRPr lang="en-IN"/>
          </a:p>
        </p:txBody>
      </p:sp>
    </p:spTree>
    <p:extLst>
      <p:ext uri="{BB962C8B-B14F-4D97-AF65-F5344CB8AC3E}">
        <p14:creationId xmlns:p14="http://schemas.microsoft.com/office/powerpoint/2010/main" val="75508335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C3271-7728-ABFE-08BA-08541D5CD11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2785F53-745D-5FE5-E22B-4FC16E81831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C91A46D-ED0A-47EE-B5CC-D9E4A65443EF}"/>
              </a:ext>
            </a:extLst>
          </p:cNvPr>
          <p:cNvSpPr>
            <a:spLocks noGrp="1"/>
          </p:cNvSpPr>
          <p:nvPr>
            <p:ph type="dt" sz="half" idx="10"/>
          </p:nvPr>
        </p:nvSpPr>
        <p:spPr/>
        <p:txBody>
          <a:bodyPr/>
          <a:lstStyle/>
          <a:p>
            <a:fld id="{76E1380B-202A-4ADB-8029-48BBD470229E}" type="datetimeFigureOut">
              <a:rPr lang="en-IN" smtClean="0"/>
              <a:t>14-08-2026</a:t>
            </a:fld>
            <a:endParaRPr lang="en-IN"/>
          </a:p>
        </p:txBody>
      </p:sp>
      <p:sp>
        <p:nvSpPr>
          <p:cNvPr id="5" name="Footer Placeholder 4">
            <a:extLst>
              <a:ext uri="{FF2B5EF4-FFF2-40B4-BE49-F238E27FC236}">
                <a16:creationId xmlns:a16="http://schemas.microsoft.com/office/drawing/2014/main" id="{732E6DF1-BEF5-405C-EC8A-859610E7C76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DB1E7E2-BB0D-D28E-849A-92453DFC87BB}"/>
              </a:ext>
            </a:extLst>
          </p:cNvPr>
          <p:cNvSpPr>
            <a:spLocks noGrp="1"/>
          </p:cNvSpPr>
          <p:nvPr>
            <p:ph type="sldNum" sz="quarter" idx="12"/>
          </p:nvPr>
        </p:nvSpPr>
        <p:spPr/>
        <p:txBody>
          <a:bodyPr/>
          <a:lstStyle/>
          <a:p>
            <a:fld id="{286E0C2F-4780-48A0-B75F-48779EFC8E36}" type="slidenum">
              <a:rPr lang="en-IN" smtClean="0"/>
              <a:t>‹#›</a:t>
            </a:fld>
            <a:endParaRPr lang="en-IN"/>
          </a:p>
        </p:txBody>
      </p:sp>
    </p:spTree>
    <p:extLst>
      <p:ext uri="{BB962C8B-B14F-4D97-AF65-F5344CB8AC3E}">
        <p14:creationId xmlns:p14="http://schemas.microsoft.com/office/powerpoint/2010/main" val="1075577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DCC6B7D-EBAA-5823-1636-5EA5EA30D14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9766CC8-A554-43B7-760F-9F5408002E9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A4E45D6-8674-FF12-EC6D-CE372CB35266}"/>
              </a:ext>
            </a:extLst>
          </p:cNvPr>
          <p:cNvSpPr>
            <a:spLocks noGrp="1"/>
          </p:cNvSpPr>
          <p:nvPr>
            <p:ph type="dt" sz="half" idx="10"/>
          </p:nvPr>
        </p:nvSpPr>
        <p:spPr/>
        <p:txBody>
          <a:bodyPr/>
          <a:lstStyle/>
          <a:p>
            <a:fld id="{76E1380B-202A-4ADB-8029-48BBD470229E}" type="datetimeFigureOut">
              <a:rPr lang="en-IN" smtClean="0"/>
              <a:t>14-08-2026</a:t>
            </a:fld>
            <a:endParaRPr lang="en-IN"/>
          </a:p>
        </p:txBody>
      </p:sp>
      <p:sp>
        <p:nvSpPr>
          <p:cNvPr id="5" name="Footer Placeholder 4">
            <a:extLst>
              <a:ext uri="{FF2B5EF4-FFF2-40B4-BE49-F238E27FC236}">
                <a16:creationId xmlns:a16="http://schemas.microsoft.com/office/drawing/2014/main" id="{C1A890E8-91DF-413A-1873-F275B46FD03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4B37097-10DF-5E03-AD3E-B798B827FB8B}"/>
              </a:ext>
            </a:extLst>
          </p:cNvPr>
          <p:cNvSpPr>
            <a:spLocks noGrp="1"/>
          </p:cNvSpPr>
          <p:nvPr>
            <p:ph type="sldNum" sz="quarter" idx="12"/>
          </p:nvPr>
        </p:nvSpPr>
        <p:spPr/>
        <p:txBody>
          <a:bodyPr/>
          <a:lstStyle/>
          <a:p>
            <a:fld id="{286E0C2F-4780-48A0-B75F-48779EFC8E36}" type="slidenum">
              <a:rPr lang="en-IN" smtClean="0"/>
              <a:t>‹#›</a:t>
            </a:fld>
            <a:endParaRPr lang="en-IN"/>
          </a:p>
        </p:txBody>
      </p:sp>
    </p:spTree>
    <p:extLst>
      <p:ext uri="{BB962C8B-B14F-4D97-AF65-F5344CB8AC3E}">
        <p14:creationId xmlns:p14="http://schemas.microsoft.com/office/powerpoint/2010/main" val="196472058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88FD6-BCD6-50E3-0A0B-27179724EDE9}"/>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38715FC-D600-14D3-5DDC-00423997BBC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74977AE-DE86-2732-829C-69B67324C93E}"/>
              </a:ext>
            </a:extLst>
          </p:cNvPr>
          <p:cNvSpPr>
            <a:spLocks noGrp="1"/>
          </p:cNvSpPr>
          <p:nvPr>
            <p:ph type="dt" sz="half" idx="10"/>
          </p:nvPr>
        </p:nvSpPr>
        <p:spPr/>
        <p:txBody>
          <a:bodyPr/>
          <a:lstStyle/>
          <a:p>
            <a:fld id="{4FCF3042-9457-4066-8C5E-A728C46299CF}" type="datetimeFigureOut">
              <a:rPr lang="en-IN" smtClean="0"/>
              <a:t>14-08-2026</a:t>
            </a:fld>
            <a:endParaRPr lang="en-IN"/>
          </a:p>
        </p:txBody>
      </p:sp>
      <p:sp>
        <p:nvSpPr>
          <p:cNvPr id="5" name="Footer Placeholder 4">
            <a:extLst>
              <a:ext uri="{FF2B5EF4-FFF2-40B4-BE49-F238E27FC236}">
                <a16:creationId xmlns:a16="http://schemas.microsoft.com/office/drawing/2014/main" id="{C0013E8A-91A9-9A7D-186B-AD492087624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911FED8-C4C2-8034-3FB9-CE6B054460B0}"/>
              </a:ext>
            </a:extLst>
          </p:cNvPr>
          <p:cNvSpPr>
            <a:spLocks noGrp="1"/>
          </p:cNvSpPr>
          <p:nvPr>
            <p:ph type="sldNum" sz="quarter" idx="12"/>
          </p:nvPr>
        </p:nvSpPr>
        <p:spPr/>
        <p:txBody>
          <a:bodyPr/>
          <a:lstStyle/>
          <a:p>
            <a:fld id="{5DADF97F-319F-4908-B1AB-753E26D9D849}" type="slidenum">
              <a:rPr lang="en-IN" smtClean="0"/>
              <a:t>‹#›</a:t>
            </a:fld>
            <a:endParaRPr lang="en-IN"/>
          </a:p>
        </p:txBody>
      </p:sp>
    </p:spTree>
    <p:extLst>
      <p:ext uri="{BB962C8B-B14F-4D97-AF65-F5344CB8AC3E}">
        <p14:creationId xmlns:p14="http://schemas.microsoft.com/office/powerpoint/2010/main" val="401169778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69710-3765-D9FB-BF3B-0AC5C93BCB6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23AEEBF-1BBE-3437-B26A-A1C6D70E6DF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793C8A5-EBFE-C563-9916-CB396228DF3F}"/>
              </a:ext>
            </a:extLst>
          </p:cNvPr>
          <p:cNvSpPr>
            <a:spLocks noGrp="1"/>
          </p:cNvSpPr>
          <p:nvPr>
            <p:ph type="dt" sz="half" idx="10"/>
          </p:nvPr>
        </p:nvSpPr>
        <p:spPr/>
        <p:txBody>
          <a:bodyPr/>
          <a:lstStyle/>
          <a:p>
            <a:fld id="{4FCF3042-9457-4066-8C5E-A728C46299CF}" type="datetimeFigureOut">
              <a:rPr lang="en-IN" smtClean="0"/>
              <a:t>14-08-2026</a:t>
            </a:fld>
            <a:endParaRPr lang="en-IN"/>
          </a:p>
        </p:txBody>
      </p:sp>
      <p:sp>
        <p:nvSpPr>
          <p:cNvPr id="5" name="Footer Placeholder 4">
            <a:extLst>
              <a:ext uri="{FF2B5EF4-FFF2-40B4-BE49-F238E27FC236}">
                <a16:creationId xmlns:a16="http://schemas.microsoft.com/office/drawing/2014/main" id="{69EBC35D-475F-CFB2-50D3-4EF26912F23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2FA3E53-1DFA-7B31-C713-4C0D7665F6AD}"/>
              </a:ext>
            </a:extLst>
          </p:cNvPr>
          <p:cNvSpPr>
            <a:spLocks noGrp="1"/>
          </p:cNvSpPr>
          <p:nvPr>
            <p:ph type="sldNum" sz="quarter" idx="12"/>
          </p:nvPr>
        </p:nvSpPr>
        <p:spPr/>
        <p:txBody>
          <a:bodyPr/>
          <a:lstStyle/>
          <a:p>
            <a:fld id="{5DADF97F-319F-4908-B1AB-753E26D9D849}" type="slidenum">
              <a:rPr lang="en-IN" smtClean="0"/>
              <a:t>‹#›</a:t>
            </a:fld>
            <a:endParaRPr lang="en-IN"/>
          </a:p>
        </p:txBody>
      </p:sp>
    </p:spTree>
    <p:extLst>
      <p:ext uri="{BB962C8B-B14F-4D97-AF65-F5344CB8AC3E}">
        <p14:creationId xmlns:p14="http://schemas.microsoft.com/office/powerpoint/2010/main" val="303329972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2F31A-53EF-48A6-F1B7-FCAA38A4E794}"/>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6F19282-EBAA-2E6C-B5D0-2BD02E282D5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1D06B2D-4A8F-5B64-54A6-5EEA1E3DFCFF}"/>
              </a:ext>
            </a:extLst>
          </p:cNvPr>
          <p:cNvSpPr>
            <a:spLocks noGrp="1"/>
          </p:cNvSpPr>
          <p:nvPr>
            <p:ph type="dt" sz="half" idx="10"/>
          </p:nvPr>
        </p:nvSpPr>
        <p:spPr/>
        <p:txBody>
          <a:bodyPr/>
          <a:lstStyle/>
          <a:p>
            <a:fld id="{4FCF3042-9457-4066-8C5E-A728C46299CF}" type="datetimeFigureOut">
              <a:rPr lang="en-IN" smtClean="0"/>
              <a:t>14-08-2026</a:t>
            </a:fld>
            <a:endParaRPr lang="en-IN"/>
          </a:p>
        </p:txBody>
      </p:sp>
      <p:sp>
        <p:nvSpPr>
          <p:cNvPr id="5" name="Footer Placeholder 4">
            <a:extLst>
              <a:ext uri="{FF2B5EF4-FFF2-40B4-BE49-F238E27FC236}">
                <a16:creationId xmlns:a16="http://schemas.microsoft.com/office/drawing/2014/main" id="{C30E9BE5-38E4-41A8-BEE2-74BD78D4727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1D7004C-7F2F-5B27-5D32-445CD1C858A1}"/>
              </a:ext>
            </a:extLst>
          </p:cNvPr>
          <p:cNvSpPr>
            <a:spLocks noGrp="1"/>
          </p:cNvSpPr>
          <p:nvPr>
            <p:ph type="sldNum" sz="quarter" idx="12"/>
          </p:nvPr>
        </p:nvSpPr>
        <p:spPr/>
        <p:txBody>
          <a:bodyPr/>
          <a:lstStyle/>
          <a:p>
            <a:fld id="{5DADF97F-319F-4908-B1AB-753E26D9D849}" type="slidenum">
              <a:rPr lang="en-IN" smtClean="0"/>
              <a:t>‹#›</a:t>
            </a:fld>
            <a:endParaRPr lang="en-IN"/>
          </a:p>
        </p:txBody>
      </p:sp>
    </p:spTree>
    <p:extLst>
      <p:ext uri="{BB962C8B-B14F-4D97-AF65-F5344CB8AC3E}">
        <p14:creationId xmlns:p14="http://schemas.microsoft.com/office/powerpoint/2010/main" val="75680866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F45D6-5E5D-2827-FD1E-60B569402380}"/>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588AC93-C419-2CD1-9FC6-AE42E2B69A4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7345EBA-BD5C-A6FF-80EB-9D0D167861E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FC9E9C6-BB6B-9F89-6728-83533563F9CD}"/>
              </a:ext>
            </a:extLst>
          </p:cNvPr>
          <p:cNvSpPr>
            <a:spLocks noGrp="1"/>
          </p:cNvSpPr>
          <p:nvPr>
            <p:ph type="dt" sz="half" idx="10"/>
          </p:nvPr>
        </p:nvSpPr>
        <p:spPr/>
        <p:txBody>
          <a:bodyPr/>
          <a:lstStyle/>
          <a:p>
            <a:fld id="{4FCF3042-9457-4066-8C5E-A728C46299CF}" type="datetimeFigureOut">
              <a:rPr lang="en-IN" smtClean="0"/>
              <a:t>14-08-2026</a:t>
            </a:fld>
            <a:endParaRPr lang="en-IN"/>
          </a:p>
        </p:txBody>
      </p:sp>
      <p:sp>
        <p:nvSpPr>
          <p:cNvPr id="6" name="Footer Placeholder 5">
            <a:extLst>
              <a:ext uri="{FF2B5EF4-FFF2-40B4-BE49-F238E27FC236}">
                <a16:creationId xmlns:a16="http://schemas.microsoft.com/office/drawing/2014/main" id="{62AD7458-A7D6-9FDD-36AB-1C355C6C3C1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B105FA4-CC24-7C7C-A532-B373363D066F}"/>
              </a:ext>
            </a:extLst>
          </p:cNvPr>
          <p:cNvSpPr>
            <a:spLocks noGrp="1"/>
          </p:cNvSpPr>
          <p:nvPr>
            <p:ph type="sldNum" sz="quarter" idx="12"/>
          </p:nvPr>
        </p:nvSpPr>
        <p:spPr/>
        <p:txBody>
          <a:bodyPr/>
          <a:lstStyle/>
          <a:p>
            <a:fld id="{5DADF97F-319F-4908-B1AB-753E26D9D849}" type="slidenum">
              <a:rPr lang="en-IN" smtClean="0"/>
              <a:t>‹#›</a:t>
            </a:fld>
            <a:endParaRPr lang="en-IN"/>
          </a:p>
        </p:txBody>
      </p:sp>
    </p:spTree>
    <p:extLst>
      <p:ext uri="{BB962C8B-B14F-4D97-AF65-F5344CB8AC3E}">
        <p14:creationId xmlns:p14="http://schemas.microsoft.com/office/powerpoint/2010/main" val="287489613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6F29B-C364-3C85-9F33-458B4F4B2DAB}"/>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A79D6EF-30CF-C565-01E4-4E4995566BB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06D05A6-7A71-B3B0-F013-E7DD32567DA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33F03AE-E67D-BA4A-EDE9-7ED6446469B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F412A95-0108-4305-9DD8-084EB84EC45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154DE32-970C-2086-BD83-DD9B1A0D36C5}"/>
              </a:ext>
            </a:extLst>
          </p:cNvPr>
          <p:cNvSpPr>
            <a:spLocks noGrp="1"/>
          </p:cNvSpPr>
          <p:nvPr>
            <p:ph type="dt" sz="half" idx="10"/>
          </p:nvPr>
        </p:nvSpPr>
        <p:spPr/>
        <p:txBody>
          <a:bodyPr/>
          <a:lstStyle/>
          <a:p>
            <a:fld id="{4FCF3042-9457-4066-8C5E-A728C46299CF}" type="datetimeFigureOut">
              <a:rPr lang="en-IN" smtClean="0"/>
              <a:t>14-08-2026</a:t>
            </a:fld>
            <a:endParaRPr lang="en-IN"/>
          </a:p>
        </p:txBody>
      </p:sp>
      <p:sp>
        <p:nvSpPr>
          <p:cNvPr id="8" name="Footer Placeholder 7">
            <a:extLst>
              <a:ext uri="{FF2B5EF4-FFF2-40B4-BE49-F238E27FC236}">
                <a16:creationId xmlns:a16="http://schemas.microsoft.com/office/drawing/2014/main" id="{7D3B36E7-364D-C3CC-C4F2-7689287A8F8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A0D10CA-0A20-361F-D7AA-189EB9B5248B}"/>
              </a:ext>
            </a:extLst>
          </p:cNvPr>
          <p:cNvSpPr>
            <a:spLocks noGrp="1"/>
          </p:cNvSpPr>
          <p:nvPr>
            <p:ph type="sldNum" sz="quarter" idx="12"/>
          </p:nvPr>
        </p:nvSpPr>
        <p:spPr/>
        <p:txBody>
          <a:bodyPr/>
          <a:lstStyle/>
          <a:p>
            <a:fld id="{5DADF97F-319F-4908-B1AB-753E26D9D849}" type="slidenum">
              <a:rPr lang="en-IN" smtClean="0"/>
              <a:t>‹#›</a:t>
            </a:fld>
            <a:endParaRPr lang="en-IN"/>
          </a:p>
        </p:txBody>
      </p:sp>
    </p:spTree>
    <p:extLst>
      <p:ext uri="{BB962C8B-B14F-4D97-AF65-F5344CB8AC3E}">
        <p14:creationId xmlns:p14="http://schemas.microsoft.com/office/powerpoint/2010/main" val="248941865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856B8-5AB4-8CA9-2A68-C8448AFE6A7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198FFDD-0D19-087E-C4C4-3DDC78364B55}"/>
              </a:ext>
            </a:extLst>
          </p:cNvPr>
          <p:cNvSpPr>
            <a:spLocks noGrp="1"/>
          </p:cNvSpPr>
          <p:nvPr>
            <p:ph type="dt" sz="half" idx="10"/>
          </p:nvPr>
        </p:nvSpPr>
        <p:spPr/>
        <p:txBody>
          <a:bodyPr/>
          <a:lstStyle/>
          <a:p>
            <a:fld id="{4FCF3042-9457-4066-8C5E-A728C46299CF}" type="datetimeFigureOut">
              <a:rPr lang="en-IN" smtClean="0"/>
              <a:t>14-08-2026</a:t>
            </a:fld>
            <a:endParaRPr lang="en-IN"/>
          </a:p>
        </p:txBody>
      </p:sp>
      <p:sp>
        <p:nvSpPr>
          <p:cNvPr id="4" name="Footer Placeholder 3">
            <a:extLst>
              <a:ext uri="{FF2B5EF4-FFF2-40B4-BE49-F238E27FC236}">
                <a16:creationId xmlns:a16="http://schemas.microsoft.com/office/drawing/2014/main" id="{B1F7418C-237A-D9C4-5BB9-65F45E43B0F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61E1A3C-CA6A-DBF9-3EC0-EAE3556E40BC}"/>
              </a:ext>
            </a:extLst>
          </p:cNvPr>
          <p:cNvSpPr>
            <a:spLocks noGrp="1"/>
          </p:cNvSpPr>
          <p:nvPr>
            <p:ph type="sldNum" sz="quarter" idx="12"/>
          </p:nvPr>
        </p:nvSpPr>
        <p:spPr/>
        <p:txBody>
          <a:bodyPr/>
          <a:lstStyle/>
          <a:p>
            <a:fld id="{5DADF97F-319F-4908-B1AB-753E26D9D849}" type="slidenum">
              <a:rPr lang="en-IN" smtClean="0"/>
              <a:t>‹#›</a:t>
            </a:fld>
            <a:endParaRPr lang="en-IN"/>
          </a:p>
        </p:txBody>
      </p:sp>
    </p:spTree>
    <p:extLst>
      <p:ext uri="{BB962C8B-B14F-4D97-AF65-F5344CB8AC3E}">
        <p14:creationId xmlns:p14="http://schemas.microsoft.com/office/powerpoint/2010/main" val="265429056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8A8A2BD-86AB-022B-0471-10E419A4AC32}"/>
              </a:ext>
            </a:extLst>
          </p:cNvPr>
          <p:cNvSpPr>
            <a:spLocks noGrp="1"/>
          </p:cNvSpPr>
          <p:nvPr>
            <p:ph type="dt" sz="half" idx="10"/>
          </p:nvPr>
        </p:nvSpPr>
        <p:spPr/>
        <p:txBody>
          <a:bodyPr/>
          <a:lstStyle/>
          <a:p>
            <a:fld id="{4FCF3042-9457-4066-8C5E-A728C46299CF}" type="datetimeFigureOut">
              <a:rPr lang="en-IN" smtClean="0"/>
              <a:t>14-08-2026</a:t>
            </a:fld>
            <a:endParaRPr lang="en-IN"/>
          </a:p>
        </p:txBody>
      </p:sp>
      <p:sp>
        <p:nvSpPr>
          <p:cNvPr id="3" name="Footer Placeholder 2">
            <a:extLst>
              <a:ext uri="{FF2B5EF4-FFF2-40B4-BE49-F238E27FC236}">
                <a16:creationId xmlns:a16="http://schemas.microsoft.com/office/drawing/2014/main" id="{BE1AE599-C3F5-0A87-1BDF-0A00F4F96D4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868FB37-60C0-EFA6-A8F7-0FE9F3C70513}"/>
              </a:ext>
            </a:extLst>
          </p:cNvPr>
          <p:cNvSpPr>
            <a:spLocks noGrp="1"/>
          </p:cNvSpPr>
          <p:nvPr>
            <p:ph type="sldNum" sz="quarter" idx="12"/>
          </p:nvPr>
        </p:nvSpPr>
        <p:spPr/>
        <p:txBody>
          <a:bodyPr/>
          <a:lstStyle/>
          <a:p>
            <a:fld id="{5DADF97F-319F-4908-B1AB-753E26D9D849}" type="slidenum">
              <a:rPr lang="en-IN" smtClean="0"/>
              <a:t>‹#›</a:t>
            </a:fld>
            <a:endParaRPr lang="en-IN"/>
          </a:p>
        </p:txBody>
      </p:sp>
    </p:spTree>
    <p:extLst>
      <p:ext uri="{BB962C8B-B14F-4D97-AF65-F5344CB8AC3E}">
        <p14:creationId xmlns:p14="http://schemas.microsoft.com/office/powerpoint/2010/main" val="320847945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25D5A-EDD9-B428-5145-1CFA01D665A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A82E5E3-23C5-C25E-7E1D-CE259CC58CD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20BE691-C863-C931-7917-C7369D60A6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D84DAA-FACE-0D9B-6D5D-8493AAAD6A76}"/>
              </a:ext>
            </a:extLst>
          </p:cNvPr>
          <p:cNvSpPr>
            <a:spLocks noGrp="1"/>
          </p:cNvSpPr>
          <p:nvPr>
            <p:ph type="dt" sz="half" idx="10"/>
          </p:nvPr>
        </p:nvSpPr>
        <p:spPr/>
        <p:txBody>
          <a:bodyPr/>
          <a:lstStyle/>
          <a:p>
            <a:fld id="{4FCF3042-9457-4066-8C5E-A728C46299CF}" type="datetimeFigureOut">
              <a:rPr lang="en-IN" smtClean="0"/>
              <a:t>14-08-2026</a:t>
            </a:fld>
            <a:endParaRPr lang="en-IN"/>
          </a:p>
        </p:txBody>
      </p:sp>
      <p:sp>
        <p:nvSpPr>
          <p:cNvPr id="6" name="Footer Placeholder 5">
            <a:extLst>
              <a:ext uri="{FF2B5EF4-FFF2-40B4-BE49-F238E27FC236}">
                <a16:creationId xmlns:a16="http://schemas.microsoft.com/office/drawing/2014/main" id="{A4A0A0E5-937D-F99C-BEE5-92B1D193ECF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8A2A5B6-8257-EB0A-DB50-6DA887DBAF0C}"/>
              </a:ext>
            </a:extLst>
          </p:cNvPr>
          <p:cNvSpPr>
            <a:spLocks noGrp="1"/>
          </p:cNvSpPr>
          <p:nvPr>
            <p:ph type="sldNum" sz="quarter" idx="12"/>
          </p:nvPr>
        </p:nvSpPr>
        <p:spPr/>
        <p:txBody>
          <a:bodyPr/>
          <a:lstStyle/>
          <a:p>
            <a:fld id="{5DADF97F-319F-4908-B1AB-753E26D9D849}" type="slidenum">
              <a:rPr lang="en-IN" smtClean="0"/>
              <a:t>‹#›</a:t>
            </a:fld>
            <a:endParaRPr lang="en-IN"/>
          </a:p>
        </p:txBody>
      </p:sp>
    </p:spTree>
    <p:extLst>
      <p:ext uri="{BB962C8B-B14F-4D97-AF65-F5344CB8AC3E}">
        <p14:creationId xmlns:p14="http://schemas.microsoft.com/office/powerpoint/2010/main" val="201756744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9BC89-9E28-F64D-235D-01C064FAB959}"/>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9391578-F9AF-3032-C137-CA4AEA5E27C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8FDC878-E222-0A6A-CC8C-BD85FB1E37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C0F4CC-59C2-58F9-6DDF-C7CC3C54AC55}"/>
              </a:ext>
            </a:extLst>
          </p:cNvPr>
          <p:cNvSpPr>
            <a:spLocks noGrp="1"/>
          </p:cNvSpPr>
          <p:nvPr>
            <p:ph type="dt" sz="half" idx="10"/>
          </p:nvPr>
        </p:nvSpPr>
        <p:spPr/>
        <p:txBody>
          <a:bodyPr/>
          <a:lstStyle/>
          <a:p>
            <a:fld id="{4FCF3042-9457-4066-8C5E-A728C46299CF}" type="datetimeFigureOut">
              <a:rPr lang="en-IN" smtClean="0"/>
              <a:t>14-08-2026</a:t>
            </a:fld>
            <a:endParaRPr lang="en-IN"/>
          </a:p>
        </p:txBody>
      </p:sp>
      <p:sp>
        <p:nvSpPr>
          <p:cNvPr id="6" name="Footer Placeholder 5">
            <a:extLst>
              <a:ext uri="{FF2B5EF4-FFF2-40B4-BE49-F238E27FC236}">
                <a16:creationId xmlns:a16="http://schemas.microsoft.com/office/drawing/2014/main" id="{FA56E46E-A612-8C9F-02A3-D9FD58B2537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7FA379D-7644-7796-AB55-8757BB81AE7D}"/>
              </a:ext>
            </a:extLst>
          </p:cNvPr>
          <p:cNvSpPr>
            <a:spLocks noGrp="1"/>
          </p:cNvSpPr>
          <p:nvPr>
            <p:ph type="sldNum" sz="quarter" idx="12"/>
          </p:nvPr>
        </p:nvSpPr>
        <p:spPr/>
        <p:txBody>
          <a:bodyPr/>
          <a:lstStyle/>
          <a:p>
            <a:fld id="{5DADF97F-319F-4908-B1AB-753E26D9D849}" type="slidenum">
              <a:rPr lang="en-IN" smtClean="0"/>
              <a:t>‹#›</a:t>
            </a:fld>
            <a:endParaRPr lang="en-IN"/>
          </a:p>
        </p:txBody>
      </p:sp>
    </p:spTree>
    <p:extLst>
      <p:ext uri="{BB962C8B-B14F-4D97-AF65-F5344CB8AC3E}">
        <p14:creationId xmlns:p14="http://schemas.microsoft.com/office/powerpoint/2010/main" val="268605183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90A78-5875-0061-40F7-D4E41FF03C95}"/>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83D6357-7A68-125E-F1BB-A8447884954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5C09C4D-FB71-8B9C-090B-C5783F9DEAB5}"/>
              </a:ext>
            </a:extLst>
          </p:cNvPr>
          <p:cNvSpPr>
            <a:spLocks noGrp="1"/>
          </p:cNvSpPr>
          <p:nvPr>
            <p:ph type="dt" sz="half" idx="10"/>
          </p:nvPr>
        </p:nvSpPr>
        <p:spPr/>
        <p:txBody>
          <a:bodyPr/>
          <a:lstStyle/>
          <a:p>
            <a:fld id="{4FCF3042-9457-4066-8C5E-A728C46299CF}" type="datetimeFigureOut">
              <a:rPr lang="en-IN" smtClean="0"/>
              <a:t>14-08-2026</a:t>
            </a:fld>
            <a:endParaRPr lang="en-IN"/>
          </a:p>
        </p:txBody>
      </p:sp>
      <p:sp>
        <p:nvSpPr>
          <p:cNvPr id="5" name="Footer Placeholder 4">
            <a:extLst>
              <a:ext uri="{FF2B5EF4-FFF2-40B4-BE49-F238E27FC236}">
                <a16:creationId xmlns:a16="http://schemas.microsoft.com/office/drawing/2014/main" id="{EF226D23-9858-0ECB-6B80-E383570168D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4146D52-1972-9CF4-90D4-7EAAE15673D6}"/>
              </a:ext>
            </a:extLst>
          </p:cNvPr>
          <p:cNvSpPr>
            <a:spLocks noGrp="1"/>
          </p:cNvSpPr>
          <p:nvPr>
            <p:ph type="sldNum" sz="quarter" idx="12"/>
          </p:nvPr>
        </p:nvSpPr>
        <p:spPr/>
        <p:txBody>
          <a:bodyPr/>
          <a:lstStyle/>
          <a:p>
            <a:fld id="{5DADF97F-319F-4908-B1AB-753E26D9D849}" type="slidenum">
              <a:rPr lang="en-IN" smtClean="0"/>
              <a:t>‹#›</a:t>
            </a:fld>
            <a:endParaRPr lang="en-IN"/>
          </a:p>
        </p:txBody>
      </p:sp>
    </p:spTree>
    <p:extLst>
      <p:ext uri="{BB962C8B-B14F-4D97-AF65-F5344CB8AC3E}">
        <p14:creationId xmlns:p14="http://schemas.microsoft.com/office/powerpoint/2010/main" val="388658263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0EC00B9-AC54-17A0-9131-1DBCAC91AD84}"/>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F8226FF-F990-51BE-8511-27FEDD3947A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0C5C954-72E3-C9B3-4BB6-39EB7625982E}"/>
              </a:ext>
            </a:extLst>
          </p:cNvPr>
          <p:cNvSpPr>
            <a:spLocks noGrp="1"/>
          </p:cNvSpPr>
          <p:nvPr>
            <p:ph type="dt" sz="half" idx="10"/>
          </p:nvPr>
        </p:nvSpPr>
        <p:spPr/>
        <p:txBody>
          <a:bodyPr/>
          <a:lstStyle/>
          <a:p>
            <a:fld id="{4FCF3042-9457-4066-8C5E-A728C46299CF}" type="datetimeFigureOut">
              <a:rPr lang="en-IN" smtClean="0"/>
              <a:t>14-08-2026</a:t>
            </a:fld>
            <a:endParaRPr lang="en-IN"/>
          </a:p>
        </p:txBody>
      </p:sp>
      <p:sp>
        <p:nvSpPr>
          <p:cNvPr id="5" name="Footer Placeholder 4">
            <a:extLst>
              <a:ext uri="{FF2B5EF4-FFF2-40B4-BE49-F238E27FC236}">
                <a16:creationId xmlns:a16="http://schemas.microsoft.com/office/drawing/2014/main" id="{73143D11-1971-0E5A-C0D6-692CB554401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739AD57-F2AF-2E46-C454-C8E1AF40B439}"/>
              </a:ext>
            </a:extLst>
          </p:cNvPr>
          <p:cNvSpPr>
            <a:spLocks noGrp="1"/>
          </p:cNvSpPr>
          <p:nvPr>
            <p:ph type="sldNum" sz="quarter" idx="12"/>
          </p:nvPr>
        </p:nvSpPr>
        <p:spPr/>
        <p:txBody>
          <a:bodyPr/>
          <a:lstStyle/>
          <a:p>
            <a:fld id="{5DADF97F-319F-4908-B1AB-753E26D9D849}" type="slidenum">
              <a:rPr lang="en-IN" smtClean="0"/>
              <a:t>‹#›</a:t>
            </a:fld>
            <a:endParaRPr lang="en-IN"/>
          </a:p>
        </p:txBody>
      </p:sp>
    </p:spTree>
    <p:extLst>
      <p:ext uri="{BB962C8B-B14F-4D97-AF65-F5344CB8AC3E}">
        <p14:creationId xmlns:p14="http://schemas.microsoft.com/office/powerpoint/2010/main" val="241420865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75449C2-1BC0-4712-B87F-A46355E94878}" type="datetimeFigureOut">
              <a:rPr lang="en-IN" smtClean="0"/>
              <a:t>14-08-2026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71CBE41-AFB0-44DA-B0B7-EE662A62BD20}" type="slidenum">
              <a:rPr lang="en-IN" smtClean="0"/>
              <a:t>‹#›</a:t>
            </a:fld>
            <a:endParaRPr lang="en-IN"/>
          </a:p>
        </p:txBody>
      </p:sp>
    </p:spTree>
    <p:extLst>
      <p:ext uri="{BB962C8B-B14F-4D97-AF65-F5344CB8AC3E}">
        <p14:creationId xmlns:p14="http://schemas.microsoft.com/office/powerpoint/2010/main" val="359143136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75449C2-1BC0-4712-B87F-A46355E94878}" type="datetimeFigureOut">
              <a:rPr lang="en-IN" smtClean="0"/>
              <a:t>14-08-2026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71CBE41-AFB0-44DA-B0B7-EE662A62BD20}" type="slidenum">
              <a:rPr lang="en-IN" smtClean="0"/>
              <a:t>‹#›</a:t>
            </a:fld>
            <a:endParaRPr lang="en-IN"/>
          </a:p>
        </p:txBody>
      </p:sp>
    </p:spTree>
    <p:extLst>
      <p:ext uri="{BB962C8B-B14F-4D97-AF65-F5344CB8AC3E}">
        <p14:creationId xmlns:p14="http://schemas.microsoft.com/office/powerpoint/2010/main" val="23220731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75449C2-1BC0-4712-B87F-A46355E94878}" type="datetimeFigureOut">
              <a:rPr lang="en-IN" smtClean="0"/>
              <a:t>14-08-2026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71CBE41-AFB0-44DA-B0B7-EE662A62BD20}" type="slidenum">
              <a:rPr lang="en-IN" smtClean="0"/>
              <a:t>‹#›</a:t>
            </a:fld>
            <a:endParaRPr lang="en-IN"/>
          </a:p>
        </p:txBody>
      </p:sp>
    </p:spTree>
    <p:extLst>
      <p:ext uri="{BB962C8B-B14F-4D97-AF65-F5344CB8AC3E}">
        <p14:creationId xmlns:p14="http://schemas.microsoft.com/office/powerpoint/2010/main" val="391811833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75449C2-1BC0-4712-B87F-A46355E94878}" type="datetimeFigureOut">
              <a:rPr lang="en-IN" smtClean="0"/>
              <a:t>14-08-2026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71CBE41-AFB0-44DA-B0B7-EE662A62BD20}" type="slidenum">
              <a:rPr lang="en-IN" smtClean="0"/>
              <a:t>‹#›</a:t>
            </a:fld>
            <a:endParaRPr lang="en-IN"/>
          </a:p>
        </p:txBody>
      </p:sp>
    </p:spTree>
    <p:extLst>
      <p:ext uri="{BB962C8B-B14F-4D97-AF65-F5344CB8AC3E}">
        <p14:creationId xmlns:p14="http://schemas.microsoft.com/office/powerpoint/2010/main" val="61072760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75449C2-1BC0-4712-B87F-A46355E94878}" type="datetimeFigureOut">
              <a:rPr lang="en-IN" smtClean="0"/>
              <a:t>14-08-2026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71CBE41-AFB0-44DA-B0B7-EE662A62BD20}" type="slidenum">
              <a:rPr lang="en-IN" smtClean="0"/>
              <a:t>‹#›</a:t>
            </a:fld>
            <a:endParaRPr lang="en-IN"/>
          </a:p>
        </p:txBody>
      </p:sp>
    </p:spTree>
    <p:extLst>
      <p:ext uri="{BB962C8B-B14F-4D97-AF65-F5344CB8AC3E}">
        <p14:creationId xmlns:p14="http://schemas.microsoft.com/office/powerpoint/2010/main" val="333850928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75449C2-1BC0-4712-B87F-A46355E94878}" type="datetimeFigureOut">
              <a:rPr lang="en-IN" smtClean="0"/>
              <a:t>14-08-2026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71CBE41-AFB0-44DA-B0B7-EE662A62BD20}" type="slidenum">
              <a:rPr lang="en-IN" smtClean="0"/>
              <a:t>‹#›</a:t>
            </a:fld>
            <a:endParaRPr lang="en-IN"/>
          </a:p>
        </p:txBody>
      </p:sp>
    </p:spTree>
    <p:extLst>
      <p:ext uri="{BB962C8B-B14F-4D97-AF65-F5344CB8AC3E}">
        <p14:creationId xmlns:p14="http://schemas.microsoft.com/office/powerpoint/2010/main" val="423564360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75449C2-1BC0-4712-B87F-A46355E94878}" type="datetimeFigureOut">
              <a:rPr lang="en-IN" smtClean="0"/>
              <a:t>14-08-2026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71CBE41-AFB0-44DA-B0B7-EE662A62BD20}" type="slidenum">
              <a:rPr lang="en-IN" smtClean="0"/>
              <a:t>‹#›</a:t>
            </a:fld>
            <a:endParaRPr lang="en-IN"/>
          </a:p>
        </p:txBody>
      </p:sp>
    </p:spTree>
    <p:extLst>
      <p:ext uri="{BB962C8B-B14F-4D97-AF65-F5344CB8AC3E}">
        <p14:creationId xmlns:p14="http://schemas.microsoft.com/office/powerpoint/2010/main" val="419073324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8/14/2026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88691100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75449C2-1BC0-4712-B87F-A46355E94878}" type="datetimeFigureOut">
              <a:rPr lang="en-IN" smtClean="0"/>
              <a:t>14-08-2026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71CBE41-AFB0-44DA-B0B7-EE662A62BD20}" type="slidenum">
              <a:rPr lang="en-IN" smtClean="0"/>
              <a:t>‹#›</a:t>
            </a:fld>
            <a:endParaRPr lang="en-IN"/>
          </a:p>
        </p:txBody>
      </p:sp>
    </p:spTree>
    <p:extLst>
      <p:ext uri="{BB962C8B-B14F-4D97-AF65-F5344CB8AC3E}">
        <p14:creationId xmlns:p14="http://schemas.microsoft.com/office/powerpoint/2010/main" val="105179786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8/14/2026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59441130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75449C2-1BC0-4712-B87F-A46355E94878}" type="datetimeFigureOut">
              <a:rPr lang="en-IN" smtClean="0"/>
              <a:t>14-08-2026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71CBE41-AFB0-44DA-B0B7-EE662A62BD20}" type="slidenum">
              <a:rPr lang="en-IN" smtClean="0"/>
              <a:t>‹#›</a:t>
            </a:fld>
            <a:endParaRPr lang="en-IN"/>
          </a:p>
        </p:txBody>
      </p:sp>
    </p:spTree>
    <p:extLst>
      <p:ext uri="{BB962C8B-B14F-4D97-AF65-F5344CB8AC3E}">
        <p14:creationId xmlns:p14="http://schemas.microsoft.com/office/powerpoint/2010/main" val="342991561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5038960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pn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theme" Target="../theme/theme4.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B6B5D22-ED43-B9AC-E8A9-8807377886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0583EB0-98B5-F93C-94DB-C00E242CDD6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2470165-6173-C423-6D40-4FD72CB096E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BD89FD-1150-4979-9614-9DD9EB69C9AA}" type="datetimeFigureOut">
              <a:rPr lang="en-IN" smtClean="0"/>
              <a:t>14-08-2026</a:t>
            </a:fld>
            <a:endParaRPr lang="en-IN"/>
          </a:p>
        </p:txBody>
      </p:sp>
      <p:sp>
        <p:nvSpPr>
          <p:cNvPr id="5" name="Footer Placeholder 4">
            <a:extLst>
              <a:ext uri="{FF2B5EF4-FFF2-40B4-BE49-F238E27FC236}">
                <a16:creationId xmlns:a16="http://schemas.microsoft.com/office/drawing/2014/main" id="{0EE5ADCD-ADE6-6D82-B2EF-82963F61BDE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637BA67-9B2E-019B-174B-578A8E1738A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71D4DB-F3A0-4149-BE4E-F155135AE119}" type="slidenum">
              <a:rPr lang="en-IN" smtClean="0"/>
              <a:t>‹#›</a:t>
            </a:fld>
            <a:endParaRPr lang="en-IN"/>
          </a:p>
        </p:txBody>
      </p:sp>
    </p:spTree>
    <p:extLst>
      <p:ext uri="{BB962C8B-B14F-4D97-AF65-F5344CB8AC3E}">
        <p14:creationId xmlns:p14="http://schemas.microsoft.com/office/powerpoint/2010/main" val="3203345564"/>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70CBE7B-BF07-7F1A-B734-4812FD19E9C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DBE36C3-7221-4821-FFDF-2C3212B0639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ABFE97E-49C2-026F-AF69-49D62509C2F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E1380B-202A-4ADB-8029-48BBD470229E}" type="datetimeFigureOut">
              <a:rPr lang="en-IN" smtClean="0"/>
              <a:t>14-08-2026</a:t>
            </a:fld>
            <a:endParaRPr lang="en-IN"/>
          </a:p>
        </p:txBody>
      </p:sp>
      <p:sp>
        <p:nvSpPr>
          <p:cNvPr id="5" name="Footer Placeholder 4">
            <a:extLst>
              <a:ext uri="{FF2B5EF4-FFF2-40B4-BE49-F238E27FC236}">
                <a16:creationId xmlns:a16="http://schemas.microsoft.com/office/drawing/2014/main" id="{0B3594C0-D29D-84E3-A127-37FC25DB7D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DAB4BA9-2607-136F-0D6C-48184857D0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86E0C2F-4780-48A0-B75F-48779EFC8E36}" type="slidenum">
              <a:rPr lang="en-IN" smtClean="0"/>
              <a:t>‹#›</a:t>
            </a:fld>
            <a:endParaRPr lang="en-IN"/>
          </a:p>
        </p:txBody>
      </p:sp>
    </p:spTree>
    <p:extLst>
      <p:ext uri="{BB962C8B-B14F-4D97-AF65-F5344CB8AC3E}">
        <p14:creationId xmlns:p14="http://schemas.microsoft.com/office/powerpoint/2010/main" val="1006655309"/>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DCAE7C7-C77B-E7F0-C90A-816659C356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0A25FFFF-FC5F-0CA4-EC43-1522DC94DEF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CF3042-9457-4066-8C5E-A728C46299CF}" type="datetimeFigureOut">
              <a:rPr lang="en-IN" smtClean="0"/>
              <a:t>14-08-2026</a:t>
            </a:fld>
            <a:endParaRPr lang="en-IN"/>
          </a:p>
        </p:txBody>
      </p:sp>
      <p:sp>
        <p:nvSpPr>
          <p:cNvPr id="5" name="Footer Placeholder 4">
            <a:extLst>
              <a:ext uri="{FF2B5EF4-FFF2-40B4-BE49-F238E27FC236}">
                <a16:creationId xmlns:a16="http://schemas.microsoft.com/office/drawing/2014/main" id="{1DD31B25-21B2-599E-8779-990350E80D3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137C28A-80E3-A329-704C-FFC7E4B7F9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ADF97F-319F-4908-B1AB-753E26D9D849}" type="slidenum">
              <a:rPr lang="en-IN" smtClean="0"/>
              <a:t>‹#›</a:t>
            </a:fld>
            <a:endParaRPr lang="en-IN"/>
          </a:p>
        </p:txBody>
      </p:sp>
      <p:pic>
        <p:nvPicPr>
          <p:cNvPr id="7" name="Picture 6">
            <a:extLst>
              <a:ext uri="{FF2B5EF4-FFF2-40B4-BE49-F238E27FC236}">
                <a16:creationId xmlns:a16="http://schemas.microsoft.com/office/drawing/2014/main" id="{976ECDB2-D6B7-EFA7-C691-CE763FD3D534}"/>
              </a:ext>
            </a:extLst>
          </p:cNvPr>
          <p:cNvPicPr/>
          <p:nvPr userDrawn="1"/>
        </p:nvPicPr>
        <p:blipFill>
          <a:blip r:embed="rId13"/>
          <a:stretch>
            <a:fillRect/>
          </a:stretch>
        </p:blipFill>
        <p:spPr>
          <a:xfrm>
            <a:off x="0" y="0"/>
            <a:ext cx="1912373" cy="1035233"/>
          </a:xfrm>
          <a:prstGeom prst="rect">
            <a:avLst/>
          </a:prstGeom>
          <a:noFill/>
          <a:ln w="9525">
            <a:noFill/>
          </a:ln>
        </p:spPr>
      </p:pic>
    </p:spTree>
    <p:extLst>
      <p:ext uri="{BB962C8B-B14F-4D97-AF65-F5344CB8AC3E}">
        <p14:creationId xmlns:p14="http://schemas.microsoft.com/office/powerpoint/2010/main" val="3220237604"/>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BD89FD-1150-4979-9614-9DD9EB69C9AA}" type="datetimeFigureOut">
              <a:rPr lang="en-IN" smtClean="0"/>
              <a:t>14-08-2026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71D4DB-F3A0-4149-BE4E-F155135AE119}" type="slidenum">
              <a:rPr lang="en-IN" smtClean="0"/>
              <a:t>‹#›</a:t>
            </a:fld>
            <a:endParaRPr lang="en-IN"/>
          </a:p>
        </p:txBody>
      </p:sp>
      <p:pic>
        <p:nvPicPr>
          <p:cNvPr id="7" name="Picture 6">
            <a:extLst>
              <a:ext uri="{FF2B5EF4-FFF2-40B4-BE49-F238E27FC236}">
                <a16:creationId xmlns:a16="http://schemas.microsoft.com/office/drawing/2014/main" id="{B7A06C70-E092-D371-A213-D2FAC30D48C2}"/>
              </a:ext>
            </a:extLst>
          </p:cNvPr>
          <p:cNvPicPr/>
          <p:nvPr userDrawn="1"/>
        </p:nvPicPr>
        <p:blipFill>
          <a:blip r:embed="rId14"/>
          <a:stretch>
            <a:fillRect/>
          </a:stretch>
        </p:blipFill>
        <p:spPr>
          <a:xfrm>
            <a:off x="0" y="39577"/>
            <a:ext cx="1912373" cy="1035233"/>
          </a:xfrm>
          <a:prstGeom prst="rect">
            <a:avLst/>
          </a:prstGeom>
          <a:noFill/>
          <a:ln w="9525">
            <a:noFill/>
          </a:ln>
        </p:spPr>
      </p:pic>
    </p:spTree>
    <p:extLst>
      <p:ext uri="{BB962C8B-B14F-4D97-AF65-F5344CB8AC3E}">
        <p14:creationId xmlns:p14="http://schemas.microsoft.com/office/powerpoint/2010/main" val="3217939247"/>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60" r:id="rId5"/>
    <p:sldLayoutId id="2147483761" r:id="rId6"/>
    <p:sldLayoutId id="2147483762" r:id="rId7"/>
    <p:sldLayoutId id="2147483763" r:id="rId8"/>
    <p:sldLayoutId id="2147483764" r:id="rId9"/>
    <p:sldLayoutId id="2147483765" r:id="rId10"/>
    <p:sldLayoutId id="2147483766" r:id="rId11"/>
    <p:sldLayoutId id="214748370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4.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6.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9.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6.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6.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36.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pct5">
          <a:fgClr>
            <a:schemeClr val="bg1"/>
          </a:fgClr>
          <a:bgClr>
            <a:schemeClr val="bg1"/>
          </a:bgClr>
        </a:patt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E91B5C2-4C0B-E2C4-1889-F1184977CF64}"/>
              </a:ext>
            </a:extLst>
          </p:cNvPr>
          <p:cNvPicPr/>
          <p:nvPr/>
        </p:nvPicPr>
        <p:blipFill>
          <a:blip r:embed="rId3"/>
          <a:stretch>
            <a:fillRect/>
          </a:stretch>
        </p:blipFill>
        <p:spPr>
          <a:xfrm>
            <a:off x="0" y="0"/>
            <a:ext cx="1912373" cy="1035233"/>
          </a:xfrm>
          <a:prstGeom prst="rect">
            <a:avLst/>
          </a:prstGeom>
          <a:noFill/>
          <a:ln w="9525">
            <a:noFill/>
          </a:ln>
        </p:spPr>
      </p:pic>
      <p:sp>
        <p:nvSpPr>
          <p:cNvPr id="8" name="Text Placeholder 6">
            <a:extLst>
              <a:ext uri="{FF2B5EF4-FFF2-40B4-BE49-F238E27FC236}">
                <a16:creationId xmlns:a16="http://schemas.microsoft.com/office/drawing/2014/main" id="{32823A3D-2D05-3E2C-A45E-040FADD03327}"/>
              </a:ext>
            </a:extLst>
          </p:cNvPr>
          <p:cNvSpPr txBox="1">
            <a:spLocks/>
          </p:cNvSpPr>
          <p:nvPr/>
        </p:nvSpPr>
        <p:spPr>
          <a:xfrm>
            <a:off x="853694" y="4589462"/>
            <a:ext cx="10515600" cy="1500187"/>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endParaRPr lang="en-IN"/>
          </a:p>
        </p:txBody>
      </p:sp>
      <p:sp>
        <p:nvSpPr>
          <p:cNvPr id="2" name="Title 1">
            <a:extLst>
              <a:ext uri="{FF2B5EF4-FFF2-40B4-BE49-F238E27FC236}">
                <a16:creationId xmlns:a16="http://schemas.microsoft.com/office/drawing/2014/main" id="{8528DE82-C5E5-81ED-279C-247B47B57F12}"/>
              </a:ext>
            </a:extLst>
          </p:cNvPr>
          <p:cNvSpPr>
            <a:spLocks noGrp="1"/>
          </p:cNvSpPr>
          <p:nvPr>
            <p:ph type="ctrTitle"/>
          </p:nvPr>
        </p:nvSpPr>
        <p:spPr>
          <a:xfrm>
            <a:off x="-171003" y="625197"/>
            <a:ext cx="6863788" cy="2130872"/>
          </a:xfrm>
        </p:spPr>
        <p:txBody>
          <a:bodyPr>
            <a:normAutofit/>
          </a:bodyPr>
          <a:lstStyle/>
          <a:p>
            <a:pPr marR="0" lvl="0" indent="0">
              <a:spcBef>
                <a:spcPts val="0"/>
              </a:spcBef>
              <a:spcAft>
                <a:spcPts val="0"/>
              </a:spcAft>
            </a:pPr>
            <a:r>
              <a:rPr lang="en-US" sz="3200" b="1" cap="all" dirty="0">
                <a:solidFill>
                  <a:srgbClr val="C00000"/>
                </a:solidFill>
                <a:latin typeface="+mn-lt"/>
                <a:cs typeface="Poppins" panose="00000500000000000000" pitchFamily="2" charset="0"/>
                <a:sym typeface="BioRhyme ExtraBold"/>
              </a:rPr>
              <a:t>COURSE NAME: </a:t>
            </a:r>
            <a:br>
              <a:rPr lang="en-US" sz="3200" b="1" cap="all" dirty="0">
                <a:solidFill>
                  <a:srgbClr val="C00000"/>
                </a:solidFill>
                <a:latin typeface="+mn-lt"/>
                <a:cs typeface="Poppins" panose="00000500000000000000" pitchFamily="2" charset="0"/>
                <a:sym typeface="BioRhyme ExtraBold"/>
              </a:rPr>
            </a:br>
            <a:r>
              <a:rPr lang="en-US" sz="3200" b="1" cap="all" dirty="0">
                <a:solidFill>
                  <a:srgbClr val="C00000"/>
                </a:solidFill>
                <a:latin typeface="+mn-lt"/>
                <a:cs typeface="Poppins" panose="00000500000000000000" pitchFamily="2" charset="0"/>
                <a:sym typeface="BioRhyme ExtraBold"/>
              </a:rPr>
              <a:t>Applied Machine Learning In Text Analysis</a:t>
            </a:r>
            <a:br>
              <a:rPr lang="en-US" sz="3200" b="1" cap="all" dirty="0">
                <a:solidFill>
                  <a:srgbClr val="C00000"/>
                </a:solidFill>
                <a:cs typeface="Poppins" panose="00000500000000000000" pitchFamily="2" charset="0"/>
                <a:sym typeface="BioRhyme ExtraBold"/>
              </a:rPr>
            </a:br>
            <a:r>
              <a:rPr lang="en-US" sz="3200" b="1" cap="all" dirty="0">
                <a:solidFill>
                  <a:srgbClr val="00B0F0"/>
                </a:solidFill>
                <a:latin typeface="+mn-lt"/>
                <a:cs typeface="Poppins" panose="00000500000000000000" pitchFamily="2" charset="0"/>
                <a:sym typeface="BioRhyme ExtraBold"/>
              </a:rPr>
              <a:t>COURSE CODE: 24ALT3101</a:t>
            </a:r>
            <a:endParaRPr lang="en-IN" sz="3200" dirty="0">
              <a:latin typeface="+mn-lt"/>
            </a:endParaRPr>
          </a:p>
        </p:txBody>
      </p:sp>
      <p:sp>
        <p:nvSpPr>
          <p:cNvPr id="3" name="Subtitle 2">
            <a:extLst>
              <a:ext uri="{FF2B5EF4-FFF2-40B4-BE49-F238E27FC236}">
                <a16:creationId xmlns:a16="http://schemas.microsoft.com/office/drawing/2014/main" id="{5F77B31E-09B8-20A6-291A-404A4807B446}"/>
              </a:ext>
            </a:extLst>
          </p:cNvPr>
          <p:cNvSpPr>
            <a:spLocks noGrp="1"/>
          </p:cNvSpPr>
          <p:nvPr>
            <p:ph type="subTitle" idx="1"/>
          </p:nvPr>
        </p:nvSpPr>
        <p:spPr>
          <a:xfrm>
            <a:off x="164664" y="2868626"/>
            <a:ext cx="6192455" cy="3989374"/>
          </a:xfrm>
        </p:spPr>
        <p:txBody>
          <a:bodyPr>
            <a:normAutofit/>
          </a:bodyPr>
          <a:lstStyle/>
          <a:p>
            <a:pPr algn="l"/>
            <a:r>
              <a:rPr lang="en-US" sz="2800" b="1" dirty="0">
                <a:solidFill>
                  <a:srgbClr val="00B0F0"/>
                </a:solidFill>
                <a:cs typeface="Poppins" pitchFamily="2" charset="77"/>
              </a:rPr>
              <a:t>Project Title: </a:t>
            </a:r>
            <a:r>
              <a:rPr lang="en-IN" sz="2800" dirty="0"/>
              <a:t>Deep Learning Framework for Automated Pneumonia Detection Using Chest X-ray Images.</a:t>
            </a:r>
          </a:p>
          <a:p>
            <a:pPr algn="l"/>
            <a:endParaRPr lang="en-IN" sz="2800" dirty="0"/>
          </a:p>
          <a:p>
            <a:pPr algn="l"/>
            <a:r>
              <a:rPr lang="en-IN" dirty="0"/>
              <a:t>An Explainable AI-Based Approach for Accurate and Interpretable Pneumonia Diagnosis</a:t>
            </a:r>
          </a:p>
          <a:p>
            <a:pPr algn="l"/>
            <a:endParaRPr lang="en-IN" dirty="0"/>
          </a:p>
          <a:p>
            <a:pPr lvl="0">
              <a:spcBef>
                <a:spcPts val="0"/>
              </a:spcBef>
            </a:pPr>
            <a:r>
              <a:rPr lang="en-US" b="1" dirty="0">
                <a:solidFill>
                  <a:srgbClr val="FF0000"/>
                </a:solidFill>
              </a:rPr>
              <a:t>Team Members:</a:t>
            </a:r>
            <a:br>
              <a:rPr lang="en-US" b="1" dirty="0">
                <a:solidFill>
                  <a:srgbClr val="FF0000"/>
                </a:solidFill>
              </a:rPr>
            </a:br>
            <a:r>
              <a:rPr lang="en-US" dirty="0"/>
              <a:t>1. Allam </a:t>
            </a:r>
            <a:r>
              <a:rPr lang="en-US" dirty="0" err="1"/>
              <a:t>Greshmica</a:t>
            </a:r>
            <a:r>
              <a:rPr lang="en-US" dirty="0"/>
              <a:t> - 2420030017</a:t>
            </a:r>
            <a:br>
              <a:rPr lang="en-US" dirty="0"/>
            </a:br>
            <a:r>
              <a:rPr lang="en-US" dirty="0"/>
              <a:t>2. </a:t>
            </a:r>
            <a:r>
              <a:rPr lang="en-US" dirty="0" err="1"/>
              <a:t>Mikkineni</a:t>
            </a:r>
            <a:r>
              <a:rPr lang="en-US" dirty="0"/>
              <a:t> Thanvitha - 2420030040</a:t>
            </a:r>
            <a:endParaRPr lang="en-US" b="1" cap="all" dirty="0">
              <a:ln/>
              <a:solidFill>
                <a:srgbClr val="C00000"/>
              </a:solidFill>
              <a:ea typeface="BioRhyme ExtraBold"/>
              <a:cs typeface="Poppins" panose="00000500000000000000" pitchFamily="2" charset="0"/>
            </a:endParaRPr>
          </a:p>
          <a:p>
            <a:endParaRPr lang="en-IN" dirty="0"/>
          </a:p>
        </p:txBody>
      </p:sp>
      <p:pic>
        <p:nvPicPr>
          <p:cNvPr id="9" name="Picture 8" descr="Viral pneumonia, lung X-ray - Stock Image - C037/2788 - Science Photo  Library">
            <a:extLst>
              <a:ext uri="{FF2B5EF4-FFF2-40B4-BE49-F238E27FC236}">
                <a16:creationId xmlns:a16="http://schemas.microsoft.com/office/drawing/2014/main" id="{8F9451F2-C767-299C-1BC0-03E1D6585377}"/>
              </a:ext>
            </a:extLst>
          </p:cNvPr>
          <p:cNvPicPr>
            <a:picLocks noChangeAspect="1"/>
          </p:cNvPicPr>
          <p:nvPr/>
        </p:nvPicPr>
        <p:blipFill>
          <a:blip r:embed="rId4"/>
          <a:stretch>
            <a:fillRect/>
          </a:stretch>
        </p:blipFill>
        <p:spPr>
          <a:xfrm>
            <a:off x="6458673" y="277791"/>
            <a:ext cx="5428527" cy="6285055"/>
          </a:xfrm>
          <a:prstGeom prst="rect">
            <a:avLst/>
          </a:prstGeom>
        </p:spPr>
      </p:pic>
    </p:spTree>
    <p:extLst>
      <p:ext uri="{BB962C8B-B14F-4D97-AF65-F5344CB8AC3E}">
        <p14:creationId xmlns:p14="http://schemas.microsoft.com/office/powerpoint/2010/main" val="35844824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pattFill prst="pct5">
          <a:fgClr>
            <a:schemeClr val="bg1"/>
          </a:fgClr>
          <a:bgClr>
            <a:schemeClr val="bg1"/>
          </a:bgClr>
        </a:pattFill>
        <a:effectLst/>
      </p:bgPr>
    </p:bg>
    <p:spTree>
      <p:nvGrpSpPr>
        <p:cNvPr id="1" name=""/>
        <p:cNvGrpSpPr/>
        <p:nvPr/>
      </p:nvGrpSpPr>
      <p:grpSpPr>
        <a:xfrm>
          <a:off x="0" y="0"/>
          <a:ext cx="0" cy="0"/>
          <a:chOff x="0" y="0"/>
          <a:chExt cx="0" cy="0"/>
        </a:xfrm>
      </p:grpSpPr>
      <p:sp>
        <p:nvSpPr>
          <p:cNvPr id="2" name="Rounded Rectangle 17">
            <a:extLst>
              <a:ext uri="{FF2B5EF4-FFF2-40B4-BE49-F238E27FC236}">
                <a16:creationId xmlns:a16="http://schemas.microsoft.com/office/drawing/2014/main" id="{042E44EE-FDDE-6E91-88DD-E9CB42F51300}"/>
              </a:ext>
            </a:extLst>
          </p:cNvPr>
          <p:cNvSpPr/>
          <p:nvPr/>
        </p:nvSpPr>
        <p:spPr>
          <a:xfrm>
            <a:off x="3026136" y="218181"/>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rPr>
              <a:t>Problem Statement</a:t>
            </a:r>
          </a:p>
        </p:txBody>
      </p:sp>
      <p:pic>
        <p:nvPicPr>
          <p:cNvPr id="5" name="Picture 4">
            <a:extLst>
              <a:ext uri="{FF2B5EF4-FFF2-40B4-BE49-F238E27FC236}">
                <a16:creationId xmlns:a16="http://schemas.microsoft.com/office/drawing/2014/main" id="{6E91B5C2-4C0B-E2C4-1889-F1184977CF64}"/>
              </a:ext>
            </a:extLst>
          </p:cNvPr>
          <p:cNvPicPr/>
          <p:nvPr/>
        </p:nvPicPr>
        <p:blipFill>
          <a:blip r:embed="rId2"/>
          <a:stretch>
            <a:fillRect/>
          </a:stretch>
        </p:blipFill>
        <p:spPr>
          <a:xfrm>
            <a:off x="0" y="-7328"/>
            <a:ext cx="1912373" cy="1035233"/>
          </a:xfrm>
          <a:prstGeom prst="rect">
            <a:avLst/>
          </a:prstGeom>
          <a:noFill/>
          <a:ln w="9525">
            <a:noFill/>
          </a:ln>
        </p:spPr>
      </p:pic>
      <p:sp>
        <p:nvSpPr>
          <p:cNvPr id="11" name="TextBox 10">
            <a:extLst>
              <a:ext uri="{FF2B5EF4-FFF2-40B4-BE49-F238E27FC236}">
                <a16:creationId xmlns:a16="http://schemas.microsoft.com/office/drawing/2014/main" id="{8409BCE6-5464-40BA-CCD8-3513BD9E2256}"/>
              </a:ext>
            </a:extLst>
          </p:cNvPr>
          <p:cNvSpPr txBox="1"/>
          <p:nvPr/>
        </p:nvSpPr>
        <p:spPr>
          <a:xfrm>
            <a:off x="457199" y="1359595"/>
            <a:ext cx="11388903" cy="4154984"/>
          </a:xfrm>
          <a:prstGeom prst="rect">
            <a:avLst/>
          </a:prstGeom>
          <a:noFill/>
        </p:spPr>
        <p:txBody>
          <a:bodyPr wrap="square">
            <a:spAutoFit/>
          </a:bodyPr>
          <a:lstStyle/>
          <a:p>
            <a:r>
              <a:rPr lang="en-US" sz="2400" dirty="0"/>
              <a:t>Pneumonia is a serious infection of the lungs that can cause breathing problems and other health complications if it is not detected early. Chest X-rays are commonly used to detect pneumonia, but doctors need to examine these X-rays manually, which can take time. The diagnosis can also be affected by human error and differences in doctors’ experience. In hospitals with fewer experienced radiologists, this can be an even bigger challenge.</a:t>
            </a:r>
          </a:p>
          <a:p>
            <a:endParaRPr lang="en-US" sz="2400" dirty="0"/>
          </a:p>
          <a:p>
            <a:r>
              <a:rPr lang="en-US" sz="2400" dirty="0"/>
              <a:t>AI can help detect pneumonia from chest X-rays quickly, but some AI models only give a result such as “Pneumonia” or “Normal” without explaining why. Therefore, we need a system that can not only detect pneumonia accurately and quickly, but also show the areas of the X-ray that influenced its decision. This makes the AI prediction easier to understand and more trustworthy for doctors.</a:t>
            </a:r>
          </a:p>
        </p:txBody>
      </p:sp>
    </p:spTree>
    <p:extLst>
      <p:ext uri="{BB962C8B-B14F-4D97-AF65-F5344CB8AC3E}">
        <p14:creationId xmlns:p14="http://schemas.microsoft.com/office/powerpoint/2010/main" val="7240319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6">
            <a:extLst>
              <a:ext uri="{FF2B5EF4-FFF2-40B4-BE49-F238E27FC236}">
                <a16:creationId xmlns:a16="http://schemas.microsoft.com/office/drawing/2014/main" id="{32823A3D-2D05-3E2C-A45E-040FADD03327}"/>
              </a:ext>
            </a:extLst>
          </p:cNvPr>
          <p:cNvSpPr txBox="1">
            <a:spLocks/>
          </p:cNvSpPr>
          <p:nvPr/>
        </p:nvSpPr>
        <p:spPr>
          <a:xfrm>
            <a:off x="844550" y="4589462"/>
            <a:ext cx="10515600" cy="1500187"/>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endParaRPr lang="en-IN"/>
          </a:p>
        </p:txBody>
      </p:sp>
      <p:pic>
        <p:nvPicPr>
          <p:cNvPr id="9" name="Picture 8">
            <a:extLst>
              <a:ext uri="{FF2B5EF4-FFF2-40B4-BE49-F238E27FC236}">
                <a16:creationId xmlns:a16="http://schemas.microsoft.com/office/drawing/2014/main" id="{C85D3F57-9DD8-0643-78E4-5591C60CE0CC}"/>
              </a:ext>
            </a:extLst>
          </p:cNvPr>
          <p:cNvPicPr/>
          <p:nvPr/>
        </p:nvPicPr>
        <p:blipFill>
          <a:blip r:embed="rId3"/>
          <a:stretch>
            <a:fillRect/>
          </a:stretch>
        </p:blipFill>
        <p:spPr>
          <a:xfrm>
            <a:off x="0" y="0"/>
            <a:ext cx="1912373" cy="1035233"/>
          </a:xfrm>
          <a:prstGeom prst="rect">
            <a:avLst/>
          </a:prstGeom>
          <a:noFill/>
          <a:ln w="9525">
            <a:noFill/>
          </a:ln>
        </p:spPr>
      </p:pic>
      <p:sp>
        <p:nvSpPr>
          <p:cNvPr id="4" name="Rounded Rectangle 17">
            <a:extLst>
              <a:ext uri="{FF2B5EF4-FFF2-40B4-BE49-F238E27FC236}">
                <a16:creationId xmlns:a16="http://schemas.microsoft.com/office/drawing/2014/main" id="{773E3FD2-C926-E7CE-5EE1-0583BBB29208}"/>
              </a:ext>
            </a:extLst>
          </p:cNvPr>
          <p:cNvSpPr/>
          <p:nvPr/>
        </p:nvSpPr>
        <p:spPr>
          <a:xfrm>
            <a:off x="3026136" y="218181"/>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rPr>
              <a:t>Objectives</a:t>
            </a:r>
          </a:p>
        </p:txBody>
      </p:sp>
      <p:sp>
        <p:nvSpPr>
          <p:cNvPr id="12" name="TextBox 11">
            <a:extLst>
              <a:ext uri="{FF2B5EF4-FFF2-40B4-BE49-F238E27FC236}">
                <a16:creationId xmlns:a16="http://schemas.microsoft.com/office/drawing/2014/main" id="{30308CF7-D6DF-7984-33EB-6587E6FC1E6E}"/>
              </a:ext>
            </a:extLst>
          </p:cNvPr>
          <p:cNvSpPr txBox="1"/>
          <p:nvPr/>
        </p:nvSpPr>
        <p:spPr>
          <a:xfrm>
            <a:off x="407898" y="850309"/>
            <a:ext cx="11388903" cy="5601533"/>
          </a:xfrm>
          <a:prstGeom prst="rect">
            <a:avLst/>
          </a:prstGeom>
          <a:noFill/>
        </p:spPr>
        <p:txBody>
          <a:bodyPr wrap="square">
            <a:spAutoFit/>
          </a:bodyPr>
          <a:lstStyle/>
          <a:p>
            <a:r>
              <a:rPr lang="en-IN" b="1" dirty="0">
                <a:solidFill>
                  <a:srgbClr val="0070C0"/>
                </a:solidFill>
              </a:rPr>
              <a:t>Main Objective: </a:t>
            </a:r>
          </a:p>
          <a:p>
            <a:pPr algn="ctr"/>
            <a:endParaRPr lang="en-IN" sz="1600" b="1" dirty="0"/>
          </a:p>
          <a:p>
            <a:r>
              <a:rPr lang="en-IN" dirty="0"/>
              <a:t>To develop an explainable and robust deep learning framework for automated pneumonia detection from chest X-ray images by addressing the limitations identified in existing research.</a:t>
            </a:r>
          </a:p>
          <a:p>
            <a:endParaRPr lang="en-IN" dirty="0"/>
          </a:p>
          <a:p>
            <a:pPr marL="457200" lvl="0" indent="-457200">
              <a:buAutoNum type="arabicPeriod"/>
            </a:pPr>
            <a:r>
              <a:rPr lang="en-IN" b="1" dirty="0"/>
              <a:t>Improve Generalisation: </a:t>
            </a:r>
            <a:r>
              <a:rPr lang="en-IN" dirty="0"/>
              <a:t>Use multiple chest X-ray datasets to improve model robustness and generalisation. </a:t>
            </a:r>
          </a:p>
          <a:p>
            <a:pPr marL="457200" lvl="0" indent="-457200">
              <a:buAutoNum type="arabicPeriod"/>
            </a:pPr>
            <a:endParaRPr lang="en-IN" dirty="0"/>
          </a:p>
          <a:p>
            <a:pPr marL="457200" indent="-457200">
              <a:buFontTx/>
              <a:buAutoNum type="arabicPeriod"/>
            </a:pPr>
            <a:r>
              <a:rPr lang="en-IN" b="1" dirty="0"/>
              <a:t>Improve Classification: </a:t>
            </a:r>
            <a:r>
              <a:rPr lang="en-IN" dirty="0"/>
              <a:t>Compare CNN, DenseNet-121, </a:t>
            </a:r>
            <a:r>
              <a:rPr lang="en-IN" dirty="0" err="1"/>
              <a:t>EfficientNet</a:t>
            </a:r>
            <a:r>
              <a:rPr lang="en-IN" dirty="0"/>
              <a:t> and Transformer models for accurate pneumonia detection.</a:t>
            </a:r>
          </a:p>
          <a:p>
            <a:pPr marL="342900" indent="-342900">
              <a:buFont typeface="+mj-lt"/>
              <a:buAutoNum type="arabicPeriod"/>
            </a:pPr>
            <a:endParaRPr lang="en-IN" dirty="0"/>
          </a:p>
          <a:p>
            <a:pPr marL="342900" lvl="0" indent="-342900">
              <a:buFont typeface="+mj-lt"/>
              <a:buAutoNum type="arabicPeriod"/>
            </a:pPr>
            <a:r>
              <a:rPr lang="en-IN" b="1" dirty="0"/>
              <a:t>  Provide Explainability: </a:t>
            </a:r>
            <a:r>
              <a:rPr lang="en-IN" dirty="0"/>
              <a:t>Use Grad-CAM to highlight lung regions influencing the model's prediction.</a:t>
            </a:r>
          </a:p>
          <a:p>
            <a:pPr marL="457200" lvl="0" indent="-457200">
              <a:buAutoNum type="arabicPeriod"/>
            </a:pPr>
            <a:endParaRPr lang="en-IN" dirty="0"/>
          </a:p>
          <a:p>
            <a:pPr marL="342900" lvl="0" indent="-342900">
              <a:buFont typeface="+mj-lt"/>
              <a:buAutoNum type="arabicPeriod"/>
            </a:pPr>
            <a:r>
              <a:rPr lang="en-IN" b="1" dirty="0"/>
              <a:t> Generate Understandable Explanations: </a:t>
            </a:r>
            <a:r>
              <a:rPr lang="en-IN" dirty="0"/>
              <a:t>Combine Grad-CAM with BERT + LLM to provide visual and textual explanations.</a:t>
            </a:r>
          </a:p>
          <a:p>
            <a:pPr marL="457200" lvl="0" indent="-457200">
              <a:buAutoNum type="arabicPeriod"/>
            </a:pPr>
            <a:endParaRPr lang="en-IN" dirty="0"/>
          </a:p>
          <a:p>
            <a:pPr marL="342900" lvl="0" indent="-342900">
              <a:buFont typeface="+mj-lt"/>
              <a:buAutoNum type="arabicPeriod"/>
            </a:pPr>
            <a:r>
              <a:rPr lang="en-IN" b="1" dirty="0"/>
              <a:t> Ensure Reliable Evaluation: </a:t>
            </a:r>
            <a:r>
              <a:rPr lang="en-IN" dirty="0"/>
              <a:t>Evaluate the model using Accuracy, Precision, Recall, F1-score, ROC-AUC and Confusion Matrix.</a:t>
            </a:r>
          </a:p>
          <a:p>
            <a:pPr marL="457200" lvl="0" indent="-457200">
              <a:buAutoNum type="arabicPeriod"/>
            </a:pPr>
            <a:endParaRPr lang="en-IN" dirty="0"/>
          </a:p>
          <a:p>
            <a:pPr marL="342900" indent="-342900">
              <a:buFont typeface="+mj-lt"/>
              <a:buAutoNum type="arabicPeriod"/>
            </a:pPr>
            <a:r>
              <a:rPr lang="en-IN" b="1" dirty="0"/>
              <a:t> Develop an End-to-End System: </a:t>
            </a:r>
            <a:r>
              <a:rPr lang="en-IN" dirty="0"/>
              <a:t>Integrate the model into a React + </a:t>
            </a:r>
            <a:r>
              <a:rPr lang="en-IN" dirty="0" err="1"/>
              <a:t>FastAPI</a:t>
            </a:r>
            <a:r>
              <a:rPr lang="en-IN" dirty="0"/>
              <a:t> application for X-ray upload, prediction, visualization and AI-assisted reporting.</a:t>
            </a:r>
            <a:r>
              <a:rPr lang="en-US" dirty="0"/>
              <a:t>	</a:t>
            </a:r>
            <a:endParaRPr lang="en-IN" dirty="0"/>
          </a:p>
        </p:txBody>
      </p:sp>
    </p:spTree>
    <p:extLst>
      <p:ext uri="{BB962C8B-B14F-4D97-AF65-F5344CB8AC3E}">
        <p14:creationId xmlns:p14="http://schemas.microsoft.com/office/powerpoint/2010/main" val="17041145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E91B5C2-4C0B-E2C4-1889-F1184977CF64}"/>
              </a:ext>
            </a:extLst>
          </p:cNvPr>
          <p:cNvPicPr/>
          <p:nvPr/>
        </p:nvPicPr>
        <p:blipFill>
          <a:blip r:embed="rId2"/>
          <a:stretch>
            <a:fillRect/>
          </a:stretch>
        </p:blipFill>
        <p:spPr>
          <a:xfrm>
            <a:off x="0" y="0"/>
            <a:ext cx="1912373" cy="1035233"/>
          </a:xfrm>
          <a:prstGeom prst="rect">
            <a:avLst/>
          </a:prstGeom>
          <a:noFill/>
          <a:ln w="9525">
            <a:noFill/>
          </a:ln>
        </p:spPr>
      </p:pic>
      <p:sp>
        <p:nvSpPr>
          <p:cNvPr id="8" name="Text Placeholder 6">
            <a:extLst>
              <a:ext uri="{FF2B5EF4-FFF2-40B4-BE49-F238E27FC236}">
                <a16:creationId xmlns:a16="http://schemas.microsoft.com/office/drawing/2014/main" id="{32823A3D-2D05-3E2C-A45E-040FADD03327}"/>
              </a:ext>
            </a:extLst>
          </p:cNvPr>
          <p:cNvSpPr txBox="1">
            <a:spLocks/>
          </p:cNvSpPr>
          <p:nvPr/>
        </p:nvSpPr>
        <p:spPr>
          <a:xfrm>
            <a:off x="844550" y="4589462"/>
            <a:ext cx="10515600" cy="1500187"/>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endParaRPr lang="en-IN"/>
          </a:p>
        </p:txBody>
      </p:sp>
      <p:sp>
        <p:nvSpPr>
          <p:cNvPr id="5" name="Rounded Rectangle 17">
            <a:extLst>
              <a:ext uri="{FF2B5EF4-FFF2-40B4-BE49-F238E27FC236}">
                <a16:creationId xmlns:a16="http://schemas.microsoft.com/office/drawing/2014/main" id="{524C8388-FBE8-586D-8161-64455497AFD3}"/>
              </a:ext>
            </a:extLst>
          </p:cNvPr>
          <p:cNvSpPr/>
          <p:nvPr/>
        </p:nvSpPr>
        <p:spPr>
          <a:xfrm>
            <a:off x="3026136" y="218181"/>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rPr>
              <a:t>Literature Review</a:t>
            </a:r>
          </a:p>
        </p:txBody>
      </p:sp>
      <p:sp>
        <p:nvSpPr>
          <p:cNvPr id="9" name="TextBox 8">
            <a:extLst>
              <a:ext uri="{FF2B5EF4-FFF2-40B4-BE49-F238E27FC236}">
                <a16:creationId xmlns:a16="http://schemas.microsoft.com/office/drawing/2014/main" id="{9C9838F2-D200-DE07-B729-4480354C9FCD}"/>
              </a:ext>
            </a:extLst>
          </p:cNvPr>
          <p:cNvSpPr txBox="1"/>
          <p:nvPr/>
        </p:nvSpPr>
        <p:spPr>
          <a:xfrm>
            <a:off x="457199" y="1359595"/>
            <a:ext cx="11388903" cy="707886"/>
          </a:xfrm>
          <a:prstGeom prst="rect">
            <a:avLst/>
          </a:prstGeom>
          <a:noFill/>
        </p:spPr>
        <p:txBody>
          <a:bodyPr wrap="square">
            <a:spAutoFit/>
          </a:bodyPr>
          <a:lstStyle/>
          <a:p>
            <a:endParaRPr lang="en-US" sz="2000" dirty="0"/>
          </a:p>
          <a:p>
            <a:r>
              <a:rPr lang="en-US" sz="2000" dirty="0"/>
              <a:t>	</a:t>
            </a:r>
            <a:endParaRPr lang="en-IN" sz="2000" dirty="0"/>
          </a:p>
        </p:txBody>
      </p:sp>
      <p:graphicFrame>
        <p:nvGraphicFramePr>
          <p:cNvPr id="11" name="Table 10">
            <a:extLst>
              <a:ext uri="{FF2B5EF4-FFF2-40B4-BE49-F238E27FC236}">
                <a16:creationId xmlns:a16="http://schemas.microsoft.com/office/drawing/2014/main" id="{11192A95-8D9F-1D9B-B922-DFAB96EAB342}"/>
              </a:ext>
            </a:extLst>
          </p:cNvPr>
          <p:cNvGraphicFramePr>
            <a:graphicFrameLocks noGrp="1"/>
          </p:cNvGraphicFramePr>
          <p:nvPr>
            <p:extLst>
              <p:ext uri="{D42A27DB-BD31-4B8C-83A1-F6EECF244321}">
                <p14:modId xmlns:p14="http://schemas.microsoft.com/office/powerpoint/2010/main" val="2320360492"/>
              </p:ext>
            </p:extLst>
          </p:nvPr>
        </p:nvGraphicFramePr>
        <p:xfrm>
          <a:off x="345898" y="947360"/>
          <a:ext cx="11388903" cy="5766993"/>
        </p:xfrm>
        <a:graphic>
          <a:graphicData uri="http://schemas.openxmlformats.org/drawingml/2006/table">
            <a:tbl>
              <a:tblPr firstRow="1" bandRow="1">
                <a:tableStyleId>{5C22544A-7EE6-4342-B048-85BDC9FD1C3A}</a:tableStyleId>
              </a:tblPr>
              <a:tblGrid>
                <a:gridCol w="648735">
                  <a:extLst>
                    <a:ext uri="{9D8B030D-6E8A-4147-A177-3AD203B41FA5}">
                      <a16:colId xmlns:a16="http://schemas.microsoft.com/office/drawing/2014/main" val="81232920"/>
                    </a:ext>
                  </a:extLst>
                </a:gridCol>
                <a:gridCol w="2940932">
                  <a:extLst>
                    <a:ext uri="{9D8B030D-6E8A-4147-A177-3AD203B41FA5}">
                      <a16:colId xmlns:a16="http://schemas.microsoft.com/office/drawing/2014/main" val="126936909"/>
                    </a:ext>
                  </a:extLst>
                </a:gridCol>
                <a:gridCol w="2421944">
                  <a:extLst>
                    <a:ext uri="{9D8B030D-6E8A-4147-A177-3AD203B41FA5}">
                      <a16:colId xmlns:a16="http://schemas.microsoft.com/office/drawing/2014/main" val="1335324797"/>
                    </a:ext>
                  </a:extLst>
                </a:gridCol>
                <a:gridCol w="2530066">
                  <a:extLst>
                    <a:ext uri="{9D8B030D-6E8A-4147-A177-3AD203B41FA5}">
                      <a16:colId xmlns:a16="http://schemas.microsoft.com/office/drawing/2014/main" val="2106700366"/>
                    </a:ext>
                  </a:extLst>
                </a:gridCol>
                <a:gridCol w="2847226">
                  <a:extLst>
                    <a:ext uri="{9D8B030D-6E8A-4147-A177-3AD203B41FA5}">
                      <a16:colId xmlns:a16="http://schemas.microsoft.com/office/drawing/2014/main" val="1029312533"/>
                    </a:ext>
                  </a:extLst>
                </a:gridCol>
              </a:tblGrid>
              <a:tr h="540788">
                <a:tc>
                  <a:txBody>
                    <a:bodyPr/>
                    <a:lstStyle/>
                    <a:p>
                      <a:r>
                        <a:rPr lang="en-US" sz="1400" dirty="0"/>
                        <a:t>Year</a:t>
                      </a:r>
                      <a:endParaRPr lang="en-IN" sz="1400" dirty="0"/>
                    </a:p>
                  </a:txBody>
                  <a:tcPr/>
                </a:tc>
                <a:tc>
                  <a:txBody>
                    <a:bodyPr/>
                    <a:lstStyle/>
                    <a:p>
                      <a:r>
                        <a:rPr lang="en-US" sz="1400" dirty="0"/>
                        <a:t>Authors</a:t>
                      </a:r>
                      <a:endParaRPr lang="en-IN" sz="1400" dirty="0"/>
                    </a:p>
                  </a:txBody>
                  <a:tcPr/>
                </a:tc>
                <a:tc>
                  <a:txBody>
                    <a:bodyPr/>
                    <a:lstStyle/>
                    <a:p>
                      <a:r>
                        <a:rPr lang="en-US" sz="1400" dirty="0"/>
                        <a:t>Technology/Model</a:t>
                      </a:r>
                      <a:endParaRPr lang="en-IN" sz="1400" dirty="0"/>
                    </a:p>
                  </a:txBody>
                  <a:tcPr/>
                </a:tc>
                <a:tc>
                  <a:txBody>
                    <a:bodyPr/>
                    <a:lstStyle/>
                    <a:p>
                      <a:r>
                        <a:rPr lang="en-US" sz="1400" dirty="0"/>
                        <a:t>Description</a:t>
                      </a:r>
                      <a:endParaRPr lang="en-IN" sz="1400" dirty="0"/>
                    </a:p>
                  </a:txBody>
                  <a:tcPr/>
                </a:tc>
                <a:tc>
                  <a:txBody>
                    <a:bodyPr/>
                    <a:lstStyle/>
                    <a:p>
                      <a:r>
                        <a:rPr lang="en-US" sz="1400" dirty="0"/>
                        <a:t>Limitation/Gap</a:t>
                      </a:r>
                      <a:endParaRPr lang="en-IN" sz="1400" dirty="0"/>
                    </a:p>
                  </a:txBody>
                  <a:tcPr/>
                </a:tc>
                <a:extLst>
                  <a:ext uri="{0D108BD9-81ED-4DB2-BD59-A6C34878D82A}">
                    <a16:rowId xmlns:a16="http://schemas.microsoft.com/office/drawing/2014/main" val="1880736945"/>
                  </a:ext>
                </a:extLst>
              </a:tr>
              <a:tr h="1021793">
                <a:tc>
                  <a:txBody>
                    <a:bodyPr/>
                    <a:lstStyle/>
                    <a:p>
                      <a:r>
                        <a:rPr lang="en-IN" sz="1400" dirty="0"/>
                        <a:t>2021</a:t>
                      </a:r>
                    </a:p>
                  </a:txBody>
                  <a:tcPr/>
                </a:tc>
                <a:tc>
                  <a:txBody>
                    <a:bodyPr/>
                    <a:lstStyle/>
                    <a:p>
                      <a:r>
                        <a:rPr lang="en-IN" sz="1400" dirty="0" err="1"/>
                        <a:t>Adhiyaman</a:t>
                      </a:r>
                      <a:r>
                        <a:rPr lang="en-IN" sz="1400" dirty="0"/>
                        <a:t> Manickam, Jianmin Jiang, Yu Zhou, Abhinav Sagar, Rajkumar </a:t>
                      </a:r>
                      <a:r>
                        <a:rPr lang="en-IN" sz="1400" dirty="0" err="1"/>
                        <a:t>Soundrapandiyan</a:t>
                      </a:r>
                      <a:r>
                        <a:rPr lang="en-IN" sz="1400" dirty="0"/>
                        <a:t>, R. Dinesh Jackson Samuel</a:t>
                      </a:r>
                    </a:p>
                  </a:txBody>
                  <a:tcPr/>
                </a:tc>
                <a:tc>
                  <a:txBody>
                    <a:bodyPr/>
                    <a:lstStyle/>
                    <a:p>
                      <a:r>
                        <a:rPr lang="en-IN" sz="1400" dirty="0"/>
                        <a:t>U-Net + ResNet50 + InceptionV3 + InceptionResNetV2 + Transfer Learning</a:t>
                      </a:r>
                    </a:p>
                  </a:txBody>
                  <a:tcPr/>
                </a:tc>
                <a:tc>
                  <a:txBody>
                    <a:bodyPr/>
                    <a:lstStyle/>
                    <a:p>
                      <a:r>
                        <a:rPr lang="en-IN" sz="1400" dirty="0"/>
                        <a:t>Lung segmentation + transfer learning for pneumonia detection.</a:t>
                      </a:r>
                    </a:p>
                  </a:txBody>
                  <a:tcPr/>
                </a:tc>
                <a:tc>
                  <a:txBody>
                    <a:bodyPr/>
                    <a:lstStyle/>
                    <a:p>
                      <a:r>
                        <a:rPr lang="en-IN" sz="1400" dirty="0"/>
                        <a:t>Limited dataset; no NLP explanation or integrated system.</a:t>
                      </a:r>
                    </a:p>
                  </a:txBody>
                  <a:tcPr/>
                </a:tc>
                <a:extLst>
                  <a:ext uri="{0D108BD9-81ED-4DB2-BD59-A6C34878D82A}">
                    <a16:rowId xmlns:a16="http://schemas.microsoft.com/office/drawing/2014/main" val="3222859081"/>
                  </a:ext>
                </a:extLst>
              </a:tr>
              <a:tr h="638252">
                <a:tc>
                  <a:txBody>
                    <a:bodyPr/>
                    <a:lstStyle/>
                    <a:p>
                      <a:r>
                        <a:rPr lang="en-IN" sz="1400" dirty="0"/>
                        <a:t>2021</a:t>
                      </a:r>
                    </a:p>
                  </a:txBody>
                  <a:tcPr/>
                </a:tc>
                <a:tc>
                  <a:txBody>
                    <a:bodyPr/>
                    <a:lstStyle/>
                    <a:p>
                      <a:r>
                        <a:rPr lang="en-IN" sz="1400" dirty="0"/>
                        <a:t>Yan Han, </a:t>
                      </a:r>
                      <a:r>
                        <a:rPr lang="en-IN" sz="1400" dirty="0" err="1"/>
                        <a:t>Chongyan</a:t>
                      </a:r>
                      <a:r>
                        <a:rPr lang="en-IN" sz="1400" dirty="0"/>
                        <a:t> Chen, Ahmed H. Tewfik, Ying Ding, Yifan Peng</a:t>
                      </a:r>
                    </a:p>
                  </a:txBody>
                  <a:tcPr/>
                </a:tc>
                <a:tc>
                  <a:txBody>
                    <a:bodyPr/>
                    <a:lstStyle/>
                    <a:p>
                      <a:r>
                        <a:rPr lang="en-IN" sz="1400" dirty="0"/>
                        <a:t>Radiomic Features + Contrastive Learning</a:t>
                      </a:r>
                    </a:p>
                  </a:txBody>
                  <a:tcPr/>
                </a:tc>
                <a:tc>
                  <a:txBody>
                    <a:bodyPr/>
                    <a:lstStyle/>
                    <a:p>
                      <a:r>
                        <a:rPr lang="en-IN" sz="1400" dirty="0"/>
                        <a:t>Combined radiomic features and contrastive learning for CXR pneumonia detection.</a:t>
                      </a:r>
                    </a:p>
                  </a:txBody>
                  <a:tcPr/>
                </a:tc>
                <a:tc>
                  <a:txBody>
                    <a:bodyPr/>
                    <a:lstStyle/>
                    <a:p>
                      <a:r>
                        <a:rPr lang="en-IN" sz="1400" dirty="0"/>
                        <a:t>Mainly RSNA dataset; limited multi-dataset evaluation.</a:t>
                      </a:r>
                    </a:p>
                  </a:txBody>
                  <a:tcPr/>
                </a:tc>
                <a:extLst>
                  <a:ext uri="{0D108BD9-81ED-4DB2-BD59-A6C34878D82A}">
                    <a16:rowId xmlns:a16="http://schemas.microsoft.com/office/drawing/2014/main" val="1325578241"/>
                  </a:ext>
                </a:extLst>
              </a:tr>
              <a:tr h="638252">
                <a:tc>
                  <a:txBody>
                    <a:bodyPr/>
                    <a:lstStyle/>
                    <a:p>
                      <a:r>
                        <a:rPr lang="en-IN" sz="1400" dirty="0"/>
                        <a:t>2022</a:t>
                      </a:r>
                    </a:p>
                  </a:txBody>
                  <a:tcPr/>
                </a:tc>
                <a:tc>
                  <a:txBody>
                    <a:bodyPr/>
                    <a:lstStyle/>
                    <a:p>
                      <a:r>
                        <a:rPr lang="en-IN" sz="1400" dirty="0"/>
                        <a:t>Ahmed Salem Musallam, Ahmed Sobhy Sherif, Mohamed K. Hussein</a:t>
                      </a:r>
                    </a:p>
                  </a:txBody>
                  <a:tcPr/>
                </a:tc>
                <a:tc>
                  <a:txBody>
                    <a:bodyPr/>
                    <a:lstStyle/>
                    <a:p>
                      <a:r>
                        <a:rPr lang="en-IN" sz="1400" dirty="0" err="1"/>
                        <a:t>DeepChest</a:t>
                      </a:r>
                      <a:r>
                        <a:rPr lang="en-IN" sz="1400" dirty="0"/>
                        <a:t> / Deep CNN</a:t>
                      </a:r>
                    </a:p>
                  </a:txBody>
                  <a:tcPr/>
                </a:tc>
                <a:tc>
                  <a:txBody>
                    <a:bodyPr/>
                    <a:lstStyle/>
                    <a:p>
                      <a:r>
                        <a:rPr lang="en-IN" sz="1400" dirty="0"/>
                        <a:t>Lightweight CNN for COVID-19 and pneumonia classification.</a:t>
                      </a:r>
                    </a:p>
                  </a:txBody>
                  <a:tcPr/>
                </a:tc>
                <a:tc>
                  <a:txBody>
                    <a:bodyPr/>
                    <a:lstStyle/>
                    <a:p>
                      <a:r>
                        <a:rPr lang="en-IN" sz="1400" dirty="0"/>
                        <a:t>Limited explainability; no multi-model or LLM integration.</a:t>
                      </a:r>
                    </a:p>
                  </a:txBody>
                  <a:tcPr/>
                </a:tc>
                <a:extLst>
                  <a:ext uri="{0D108BD9-81ED-4DB2-BD59-A6C34878D82A}">
                    <a16:rowId xmlns:a16="http://schemas.microsoft.com/office/drawing/2014/main" val="1106385391"/>
                  </a:ext>
                </a:extLst>
              </a:tr>
              <a:tr h="1082576">
                <a:tc>
                  <a:txBody>
                    <a:bodyPr/>
                    <a:lstStyle/>
                    <a:p>
                      <a:r>
                        <a:rPr lang="en-IN" sz="1400" dirty="0"/>
                        <a:t>2023</a:t>
                      </a:r>
                    </a:p>
                  </a:txBody>
                  <a:tcPr/>
                </a:tc>
                <a:tc>
                  <a:txBody>
                    <a:bodyPr/>
                    <a:lstStyle/>
                    <a:p>
                      <a:r>
                        <a:rPr lang="en-IN" sz="1400" dirty="0"/>
                        <a:t>Chiagoziem C. </a:t>
                      </a:r>
                      <a:r>
                        <a:rPr lang="en-IN" sz="1400" dirty="0" err="1"/>
                        <a:t>Ukwuoma</a:t>
                      </a:r>
                      <a:r>
                        <a:rPr lang="en-IN" sz="1400" dirty="0"/>
                        <a:t>, </a:t>
                      </a:r>
                      <a:r>
                        <a:rPr lang="en-IN" sz="1400" dirty="0" err="1"/>
                        <a:t>Zhiguang</a:t>
                      </a:r>
                      <a:r>
                        <a:rPr lang="en-IN" sz="1400" dirty="0"/>
                        <a:t> Qin, Md Belal Bin Heyat, </a:t>
                      </a:r>
                      <a:r>
                        <a:rPr lang="en-IN" sz="1400" dirty="0" err="1"/>
                        <a:t>Faijan</a:t>
                      </a:r>
                      <a:r>
                        <a:rPr lang="en-IN" sz="1400" dirty="0"/>
                        <a:t> Akhtar, Olusola </a:t>
                      </a:r>
                      <a:r>
                        <a:rPr lang="en-IN" sz="1400" dirty="0" err="1"/>
                        <a:t>Bamisile</a:t>
                      </a:r>
                      <a:r>
                        <a:rPr lang="en-IN" sz="1400" dirty="0"/>
                        <a:t>, Abdullah Y. Muaad, Daniel Addo, </a:t>
                      </a:r>
                      <a:r>
                        <a:rPr lang="en-IN" sz="1400" dirty="0" err="1"/>
                        <a:t>Mugahed</a:t>
                      </a:r>
                      <a:r>
                        <a:rPr lang="en-IN" sz="1400" dirty="0"/>
                        <a:t> A. Al-</a:t>
                      </a:r>
                      <a:r>
                        <a:rPr lang="en-IN" sz="1400" dirty="0" err="1"/>
                        <a:t>Antari</a:t>
                      </a:r>
                      <a:endParaRPr lang="en-IN" sz="1400" dirty="0"/>
                    </a:p>
                  </a:txBody>
                  <a:tcPr/>
                </a:tc>
                <a:tc>
                  <a:txBody>
                    <a:bodyPr/>
                    <a:lstStyle/>
                    <a:p>
                      <a:r>
                        <a:rPr lang="en-IN" sz="1400" dirty="0"/>
                        <a:t>DenseNet201 + VGG16 + </a:t>
                      </a:r>
                      <a:r>
                        <a:rPr lang="en-IN" sz="1400" dirty="0" err="1"/>
                        <a:t>GoogleNet</a:t>
                      </a:r>
                      <a:r>
                        <a:rPr lang="en-IN" sz="1400" dirty="0"/>
                        <a:t> / InceptionResNetV2 + </a:t>
                      </a:r>
                      <a:r>
                        <a:rPr lang="en-IN" sz="1400" dirty="0" err="1"/>
                        <a:t>Xception</a:t>
                      </a:r>
                      <a:r>
                        <a:rPr lang="en-IN" sz="1400" dirty="0"/>
                        <a:t> + Transformer Encoder + XAI</a:t>
                      </a:r>
                    </a:p>
                  </a:txBody>
                  <a:tcPr/>
                </a:tc>
                <a:tc>
                  <a:txBody>
                    <a:bodyPr/>
                    <a:lstStyle/>
                    <a:p>
                      <a:r>
                        <a:rPr lang="en-IN" sz="1400" dirty="0"/>
                        <a:t>Hybrid CNN-Transformer framework with visual explanations.</a:t>
                      </a:r>
                    </a:p>
                  </a:txBody>
                  <a:tcPr/>
                </a:tc>
                <a:tc>
                  <a:txBody>
                    <a:bodyPr/>
                    <a:lstStyle/>
                    <a:p>
                      <a:r>
                        <a:rPr lang="en-IN" sz="1400" dirty="0"/>
                        <a:t>Mainly visual XAI; no natural-language reporting or web platform.</a:t>
                      </a:r>
                    </a:p>
                  </a:txBody>
                  <a:tcPr/>
                </a:tc>
                <a:extLst>
                  <a:ext uri="{0D108BD9-81ED-4DB2-BD59-A6C34878D82A}">
                    <a16:rowId xmlns:a16="http://schemas.microsoft.com/office/drawing/2014/main" val="2214868754"/>
                  </a:ext>
                </a:extLst>
              </a:tr>
              <a:tr h="914400">
                <a:tc>
                  <a:txBody>
                    <a:bodyPr/>
                    <a:lstStyle/>
                    <a:p>
                      <a:r>
                        <a:rPr lang="en-IN" sz="1400" dirty="0"/>
                        <a:t>2024</a:t>
                      </a:r>
                    </a:p>
                  </a:txBody>
                  <a:tcPr/>
                </a:tc>
                <a:tc>
                  <a:txBody>
                    <a:bodyPr/>
                    <a:lstStyle/>
                    <a:p>
                      <a:r>
                        <a:rPr lang="en-IN" sz="1400" dirty="0"/>
                        <a:t>Md </a:t>
                      </a:r>
                      <a:r>
                        <a:rPr lang="en-IN" sz="1400" dirty="0" err="1"/>
                        <a:t>Fashiar</a:t>
                      </a:r>
                      <a:r>
                        <a:rPr lang="en-IN" sz="1400" dirty="0"/>
                        <a:t> Rahman, Tzu-Liang Tseng, Michael </a:t>
                      </a:r>
                      <a:r>
                        <a:rPr lang="en-IN" sz="1400" dirty="0" err="1"/>
                        <a:t>Pokojovy</a:t>
                      </a:r>
                      <a:r>
                        <a:rPr lang="en-IN" sz="1400" dirty="0"/>
                        <a:t>, Peter McCaffrey, Eric Walser, Scott Moen, Alex Vo, Johnny C. Ho</a:t>
                      </a:r>
                    </a:p>
                  </a:txBody>
                  <a:tcPr/>
                </a:tc>
                <a:tc>
                  <a:txBody>
                    <a:bodyPr/>
                    <a:lstStyle/>
                    <a:p>
                      <a:r>
                        <a:rPr lang="en-IN" sz="1400" dirty="0"/>
                        <a:t>VGG16 + ROI Segmentation + Data Augmentation + ML-Grad-CAM</a:t>
                      </a:r>
                    </a:p>
                  </a:txBody>
                  <a:tcPr/>
                </a:tc>
                <a:tc>
                  <a:txBody>
                    <a:bodyPr/>
                    <a:lstStyle/>
                    <a:p>
                      <a:r>
                        <a:rPr lang="en-IN" sz="1400" dirty="0"/>
                        <a:t>ROI-based classification with explainable heatmaps and severity assessment.</a:t>
                      </a:r>
                    </a:p>
                  </a:txBody>
                  <a:tcPr/>
                </a:tc>
                <a:tc>
                  <a:txBody>
                    <a:bodyPr/>
                    <a:lstStyle/>
                    <a:p>
                      <a:r>
                        <a:rPr lang="en-IN" sz="1400" dirty="0"/>
                        <a:t>Heatmap-based explanation; no LLM/BERT integration.</a:t>
                      </a:r>
                    </a:p>
                  </a:txBody>
                  <a:tcPr/>
                </a:tc>
                <a:extLst>
                  <a:ext uri="{0D108BD9-81ED-4DB2-BD59-A6C34878D82A}">
                    <a16:rowId xmlns:a16="http://schemas.microsoft.com/office/drawing/2014/main" val="1162433939"/>
                  </a:ext>
                </a:extLst>
              </a:tr>
              <a:tr h="638252">
                <a:tc>
                  <a:txBody>
                    <a:bodyPr/>
                    <a:lstStyle/>
                    <a:p>
                      <a:r>
                        <a:rPr lang="en-IN" sz="1400" dirty="0"/>
                        <a:t>2024</a:t>
                      </a:r>
                    </a:p>
                  </a:txBody>
                  <a:tcPr/>
                </a:tc>
                <a:tc>
                  <a:txBody>
                    <a:bodyPr/>
                    <a:lstStyle/>
                    <a:p>
                      <a:r>
                        <a:rPr lang="en-IN" sz="1400" dirty="0"/>
                        <a:t>A.N. Patel et al. / T.R. </a:t>
                      </a:r>
                      <a:r>
                        <a:rPr lang="en-IN" sz="1400" dirty="0" err="1"/>
                        <a:t>Gadekallu</a:t>
                      </a:r>
                      <a:r>
                        <a:rPr lang="en-IN" sz="1400" dirty="0"/>
                        <a:t>, R. </a:t>
                      </a:r>
                      <a:r>
                        <a:rPr lang="en-IN" sz="1400" dirty="0" err="1"/>
                        <a:t>Chengoden</a:t>
                      </a:r>
                      <a:r>
                        <a:rPr lang="en-IN" sz="1400" dirty="0"/>
                        <a:t> et al.</a:t>
                      </a:r>
                    </a:p>
                  </a:txBody>
                  <a:tcPr/>
                </a:tc>
                <a:tc>
                  <a:txBody>
                    <a:bodyPr/>
                    <a:lstStyle/>
                    <a:p>
                      <a:r>
                        <a:rPr lang="en-IN" sz="1400" dirty="0"/>
                        <a:t>EfficientNet-B4 + Transfer Learning + Grad-CAM</a:t>
                      </a:r>
                    </a:p>
                  </a:txBody>
                  <a:tcPr/>
                </a:tc>
                <a:tc>
                  <a:txBody>
                    <a:bodyPr/>
                    <a:lstStyle/>
                    <a:p>
                      <a:r>
                        <a:rPr lang="en-IN" sz="1400" dirty="0"/>
                        <a:t>Transfer learning for lung disease classification with visual XAI.</a:t>
                      </a:r>
                    </a:p>
                  </a:txBody>
                  <a:tcPr/>
                </a:tc>
                <a:tc>
                  <a:txBody>
                    <a:bodyPr/>
                    <a:lstStyle/>
                    <a:p>
                      <a:r>
                        <a:rPr lang="en-IN" sz="1400" dirty="0"/>
                        <a:t>Single main architecture; lacks integrated NLP and deployment.</a:t>
                      </a:r>
                    </a:p>
                  </a:txBody>
                  <a:tcPr/>
                </a:tc>
                <a:extLst>
                  <a:ext uri="{0D108BD9-81ED-4DB2-BD59-A6C34878D82A}">
                    <a16:rowId xmlns:a16="http://schemas.microsoft.com/office/drawing/2014/main" val="969661857"/>
                  </a:ext>
                </a:extLst>
              </a:tr>
            </a:tbl>
          </a:graphicData>
        </a:graphic>
      </p:graphicFrame>
    </p:spTree>
    <p:extLst>
      <p:ext uri="{BB962C8B-B14F-4D97-AF65-F5344CB8AC3E}">
        <p14:creationId xmlns:p14="http://schemas.microsoft.com/office/powerpoint/2010/main" val="37111552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6">
            <a:extLst>
              <a:ext uri="{FF2B5EF4-FFF2-40B4-BE49-F238E27FC236}">
                <a16:creationId xmlns:a16="http://schemas.microsoft.com/office/drawing/2014/main" id="{32823A3D-2D05-3E2C-A45E-040FADD03327}"/>
              </a:ext>
            </a:extLst>
          </p:cNvPr>
          <p:cNvSpPr txBox="1">
            <a:spLocks/>
          </p:cNvSpPr>
          <p:nvPr/>
        </p:nvSpPr>
        <p:spPr>
          <a:xfrm>
            <a:off x="844550" y="4589462"/>
            <a:ext cx="10515600" cy="1500187"/>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endParaRPr lang="en-IN"/>
          </a:p>
        </p:txBody>
      </p:sp>
      <p:pic>
        <p:nvPicPr>
          <p:cNvPr id="3" name="Picture 2">
            <a:extLst>
              <a:ext uri="{FF2B5EF4-FFF2-40B4-BE49-F238E27FC236}">
                <a16:creationId xmlns:a16="http://schemas.microsoft.com/office/drawing/2014/main" id="{C0F44D8B-63D6-5106-35C9-0484FD7D3A3B}"/>
              </a:ext>
            </a:extLst>
          </p:cNvPr>
          <p:cNvPicPr/>
          <p:nvPr/>
        </p:nvPicPr>
        <p:blipFill>
          <a:blip r:embed="rId2"/>
          <a:stretch>
            <a:fillRect/>
          </a:stretch>
        </p:blipFill>
        <p:spPr>
          <a:xfrm>
            <a:off x="0" y="0"/>
            <a:ext cx="1912373" cy="1035233"/>
          </a:xfrm>
          <a:prstGeom prst="rect">
            <a:avLst/>
          </a:prstGeom>
          <a:noFill/>
          <a:ln w="9525">
            <a:noFill/>
          </a:ln>
        </p:spPr>
      </p:pic>
      <p:sp>
        <p:nvSpPr>
          <p:cNvPr id="4" name="Rounded Rectangle 17">
            <a:extLst>
              <a:ext uri="{FF2B5EF4-FFF2-40B4-BE49-F238E27FC236}">
                <a16:creationId xmlns:a16="http://schemas.microsoft.com/office/drawing/2014/main" id="{9EF10894-373F-FF00-44A1-44EC82918A22}"/>
              </a:ext>
            </a:extLst>
          </p:cNvPr>
          <p:cNvSpPr/>
          <p:nvPr/>
        </p:nvSpPr>
        <p:spPr>
          <a:xfrm>
            <a:off x="3026136" y="218181"/>
            <a:ext cx="6639951" cy="550170"/>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IN" sz="2400" b="1" dirty="0"/>
              <a:t>Research Gap Identification</a:t>
            </a:r>
          </a:p>
        </p:txBody>
      </p:sp>
      <p:graphicFrame>
        <p:nvGraphicFramePr>
          <p:cNvPr id="5" name="Table 4">
            <a:extLst>
              <a:ext uri="{FF2B5EF4-FFF2-40B4-BE49-F238E27FC236}">
                <a16:creationId xmlns:a16="http://schemas.microsoft.com/office/drawing/2014/main" id="{A7DB2A79-9622-BCD9-83B4-483F2E172C75}"/>
              </a:ext>
            </a:extLst>
          </p:cNvPr>
          <p:cNvGraphicFramePr>
            <a:graphicFrameLocks noGrp="1"/>
          </p:cNvGraphicFramePr>
          <p:nvPr>
            <p:extLst>
              <p:ext uri="{D42A27DB-BD31-4B8C-83A1-F6EECF244321}">
                <p14:modId xmlns:p14="http://schemas.microsoft.com/office/powerpoint/2010/main" val="3761113140"/>
              </p:ext>
            </p:extLst>
          </p:nvPr>
        </p:nvGraphicFramePr>
        <p:xfrm>
          <a:off x="268711" y="912150"/>
          <a:ext cx="11667280" cy="4842692"/>
        </p:xfrm>
        <a:graphic>
          <a:graphicData uri="http://schemas.openxmlformats.org/drawingml/2006/table">
            <a:tbl>
              <a:tblPr firstRow="1" bandRow="1">
                <a:tableStyleId>{5C22544A-7EE6-4342-B048-85BDC9FD1C3A}</a:tableStyleId>
              </a:tblPr>
              <a:tblGrid>
                <a:gridCol w="2693678">
                  <a:extLst>
                    <a:ext uri="{9D8B030D-6E8A-4147-A177-3AD203B41FA5}">
                      <a16:colId xmlns:a16="http://schemas.microsoft.com/office/drawing/2014/main" val="2886634603"/>
                    </a:ext>
                  </a:extLst>
                </a:gridCol>
                <a:gridCol w="4314079">
                  <a:extLst>
                    <a:ext uri="{9D8B030D-6E8A-4147-A177-3AD203B41FA5}">
                      <a16:colId xmlns:a16="http://schemas.microsoft.com/office/drawing/2014/main" val="1965526379"/>
                    </a:ext>
                  </a:extLst>
                </a:gridCol>
                <a:gridCol w="4659523">
                  <a:extLst>
                    <a:ext uri="{9D8B030D-6E8A-4147-A177-3AD203B41FA5}">
                      <a16:colId xmlns:a16="http://schemas.microsoft.com/office/drawing/2014/main" val="2869546241"/>
                    </a:ext>
                  </a:extLst>
                </a:gridCol>
              </a:tblGrid>
              <a:tr h="582348">
                <a:tc>
                  <a:txBody>
                    <a:bodyPr/>
                    <a:lstStyle/>
                    <a:p>
                      <a:pPr>
                        <a:buNone/>
                      </a:pPr>
                      <a:endParaRPr lang="en-US" sz="1600" dirty="0"/>
                    </a:p>
                    <a:p>
                      <a:pPr algn="ctr">
                        <a:buNone/>
                      </a:pPr>
                      <a:r>
                        <a:rPr lang="en-US" sz="1600" dirty="0"/>
                        <a:t>Gap</a:t>
                      </a:r>
                      <a:endParaRPr lang="en-IN" sz="1600" dirty="0"/>
                    </a:p>
                  </a:txBody>
                  <a:tcPr anchor="ctr"/>
                </a:tc>
                <a:tc>
                  <a:txBody>
                    <a:bodyPr/>
                    <a:lstStyle/>
                    <a:p>
                      <a:pPr>
                        <a:buNone/>
                      </a:pPr>
                      <a:endParaRPr lang="en-IN" sz="1600" dirty="0"/>
                    </a:p>
                    <a:p>
                      <a:pPr algn="ctr">
                        <a:buNone/>
                      </a:pPr>
                      <a:r>
                        <a:rPr lang="en-IN" sz="1600" dirty="0"/>
                        <a:t>Existing Limitation</a:t>
                      </a:r>
                    </a:p>
                  </a:txBody>
                  <a:tcPr anchor="ctr"/>
                </a:tc>
                <a:tc>
                  <a:txBody>
                    <a:bodyPr/>
                    <a:lstStyle/>
                    <a:p>
                      <a:pPr algn="ctr"/>
                      <a:endParaRPr lang="en-IN" sz="1600" dirty="0"/>
                    </a:p>
                    <a:p>
                      <a:pPr algn="ctr"/>
                      <a:r>
                        <a:rPr lang="en-IN" sz="1600" dirty="0"/>
                        <a:t>Our Proposed Solution</a:t>
                      </a:r>
                    </a:p>
                  </a:txBody>
                  <a:tcPr/>
                </a:tc>
                <a:extLst>
                  <a:ext uri="{0D108BD9-81ED-4DB2-BD59-A6C34878D82A}">
                    <a16:rowId xmlns:a16="http://schemas.microsoft.com/office/drawing/2014/main" val="627140537"/>
                  </a:ext>
                </a:extLst>
              </a:tr>
              <a:tr h="773912">
                <a:tc>
                  <a:txBody>
                    <a:bodyPr/>
                    <a:lstStyle/>
                    <a:p>
                      <a:r>
                        <a:rPr lang="en-IN" sz="1600" dirty="0"/>
                        <a:t>Limited Generalization</a:t>
                      </a:r>
                    </a:p>
                  </a:txBody>
                  <a:tcPr/>
                </a:tc>
                <a:tc>
                  <a:txBody>
                    <a:bodyPr/>
                    <a:lstStyle/>
                    <a:p>
                      <a:r>
                        <a:rPr lang="en-IN" sz="1600" dirty="0"/>
                        <a:t>Existing models are often evaluated on limited datasets and may not generalize well.</a:t>
                      </a:r>
                    </a:p>
                  </a:txBody>
                  <a:tcPr/>
                </a:tc>
                <a:tc>
                  <a:txBody>
                    <a:bodyPr/>
                    <a:lstStyle/>
                    <a:p>
                      <a:r>
                        <a:rPr lang="en-IN" sz="1600" b="1" dirty="0"/>
                        <a:t>Use NIH ChestX-ray14, RSNA and </a:t>
                      </a:r>
                      <a:r>
                        <a:rPr lang="en-IN" sz="1600" b="1" dirty="0" err="1"/>
                        <a:t>VinDr</a:t>
                      </a:r>
                      <a:r>
                        <a:rPr lang="en-IN" sz="1600" b="1" dirty="0"/>
                        <a:t>-CXR</a:t>
                      </a:r>
                      <a:r>
                        <a:rPr lang="en-IN" sz="1600" dirty="0"/>
                        <a:t> for multi-dataset evaluation.</a:t>
                      </a:r>
                    </a:p>
                  </a:txBody>
                  <a:tcPr/>
                </a:tc>
                <a:extLst>
                  <a:ext uri="{0D108BD9-81ED-4DB2-BD59-A6C34878D82A}">
                    <a16:rowId xmlns:a16="http://schemas.microsoft.com/office/drawing/2014/main" val="1907690138"/>
                  </a:ext>
                </a:extLst>
              </a:tr>
              <a:tr h="773912">
                <a:tc>
                  <a:txBody>
                    <a:bodyPr/>
                    <a:lstStyle/>
                    <a:p>
                      <a:r>
                        <a:rPr lang="en-IN" sz="1600" dirty="0"/>
                        <a:t>Limited Model Diversity</a:t>
                      </a:r>
                    </a:p>
                  </a:txBody>
                  <a:tcPr/>
                </a:tc>
                <a:tc>
                  <a:txBody>
                    <a:bodyPr/>
                    <a:lstStyle/>
                    <a:p>
                      <a:r>
                        <a:rPr lang="en-IN" sz="1600" dirty="0"/>
                        <a:t>Previous studies mainly use individual CNN or selected architectures.</a:t>
                      </a:r>
                    </a:p>
                  </a:txBody>
                  <a:tcPr/>
                </a:tc>
                <a:tc>
                  <a:txBody>
                    <a:bodyPr/>
                    <a:lstStyle/>
                    <a:p>
                      <a:r>
                        <a:rPr lang="en-IN" sz="1600" b="1" dirty="0"/>
                        <a:t>Compare CNN, DenseNet-121, </a:t>
                      </a:r>
                      <a:r>
                        <a:rPr lang="en-IN" sz="1600" b="1" dirty="0" err="1"/>
                        <a:t>EfficientNet</a:t>
                      </a:r>
                      <a:r>
                        <a:rPr lang="en-IN" sz="1600" b="1" dirty="0"/>
                        <a:t> and Transformer</a:t>
                      </a:r>
                      <a:r>
                        <a:rPr lang="en-IN" sz="1600" dirty="0"/>
                        <a:t> models.</a:t>
                      </a:r>
                    </a:p>
                  </a:txBody>
                  <a:tcPr/>
                </a:tc>
                <a:extLst>
                  <a:ext uri="{0D108BD9-81ED-4DB2-BD59-A6C34878D82A}">
                    <a16:rowId xmlns:a16="http://schemas.microsoft.com/office/drawing/2014/main" val="2879319615"/>
                  </a:ext>
                </a:extLst>
              </a:tr>
              <a:tr h="582348">
                <a:tc>
                  <a:txBody>
                    <a:bodyPr/>
                    <a:lstStyle/>
                    <a:p>
                      <a:r>
                        <a:rPr lang="en-IN" sz="1600" dirty="0"/>
                        <a:t>Limited Explainability</a:t>
                      </a:r>
                    </a:p>
                  </a:txBody>
                  <a:tcPr/>
                </a:tc>
                <a:tc>
                  <a:txBody>
                    <a:bodyPr/>
                    <a:lstStyle/>
                    <a:p>
                      <a:r>
                        <a:rPr lang="en-IN" sz="1600" dirty="0"/>
                        <a:t>Existing XAI methods mainly show heatmaps without complete interpretation.</a:t>
                      </a:r>
                    </a:p>
                  </a:txBody>
                  <a:tcPr/>
                </a:tc>
                <a:tc>
                  <a:txBody>
                    <a:bodyPr/>
                    <a:lstStyle/>
                    <a:p>
                      <a:r>
                        <a:rPr lang="en-IN" sz="1600" b="1" dirty="0"/>
                        <a:t>Use Grad-CAM</a:t>
                      </a:r>
                      <a:r>
                        <a:rPr lang="en-IN" sz="1600" dirty="0"/>
                        <a:t> to visualize regions influencing predictions.</a:t>
                      </a:r>
                    </a:p>
                  </a:txBody>
                  <a:tcPr/>
                </a:tc>
                <a:extLst>
                  <a:ext uri="{0D108BD9-81ED-4DB2-BD59-A6C34878D82A}">
                    <a16:rowId xmlns:a16="http://schemas.microsoft.com/office/drawing/2014/main" val="965428344"/>
                  </a:ext>
                </a:extLst>
              </a:tr>
              <a:tr h="773912">
                <a:tc>
                  <a:txBody>
                    <a:bodyPr/>
                    <a:lstStyle/>
                    <a:p>
                      <a:r>
                        <a:rPr lang="en-IN" sz="1600" dirty="0"/>
                        <a:t>Lack of Natural-Language Explanation</a:t>
                      </a:r>
                    </a:p>
                  </a:txBody>
                  <a:tcPr/>
                </a:tc>
                <a:tc>
                  <a:txBody>
                    <a:bodyPr/>
                    <a:lstStyle/>
                    <a:p>
                      <a:r>
                        <a:rPr lang="en-IN" sz="1600" dirty="0"/>
                        <a:t>Most systems provide only labels, confidence scores or visual maps.</a:t>
                      </a:r>
                    </a:p>
                  </a:txBody>
                  <a:tcPr/>
                </a:tc>
                <a:tc>
                  <a:txBody>
                    <a:bodyPr/>
                    <a:lstStyle/>
                    <a:p>
                      <a:r>
                        <a:rPr lang="en-IN" sz="1600" b="1" dirty="0"/>
                        <a:t>Integrate BERT + LLM</a:t>
                      </a:r>
                      <a:r>
                        <a:rPr lang="en-IN" sz="1600" dirty="0"/>
                        <a:t> to generate understandable AI-assisted summaries.</a:t>
                      </a:r>
                    </a:p>
                  </a:txBody>
                  <a:tcPr/>
                </a:tc>
                <a:extLst>
                  <a:ext uri="{0D108BD9-81ED-4DB2-BD59-A6C34878D82A}">
                    <a16:rowId xmlns:a16="http://schemas.microsoft.com/office/drawing/2014/main" val="469641153"/>
                  </a:ext>
                </a:extLst>
              </a:tr>
              <a:tr h="773912">
                <a:tc>
                  <a:txBody>
                    <a:bodyPr/>
                    <a:lstStyle/>
                    <a:p>
                      <a:r>
                        <a:rPr lang="en-IN" sz="1600" dirty="0"/>
                        <a:t>Lack of End-to-End System</a:t>
                      </a:r>
                    </a:p>
                  </a:txBody>
                  <a:tcPr/>
                </a:tc>
                <a:tc>
                  <a:txBody>
                    <a:bodyPr/>
                    <a:lstStyle/>
                    <a:p>
                      <a:r>
                        <a:rPr lang="en-IN" sz="1600" dirty="0"/>
                        <a:t>Many studies focus on model accuracy rather than complete applications.</a:t>
                      </a:r>
                    </a:p>
                  </a:txBody>
                  <a:tcPr/>
                </a:tc>
                <a:tc>
                  <a:txBody>
                    <a:bodyPr/>
                    <a:lstStyle/>
                    <a:p>
                      <a:r>
                        <a:rPr lang="en-IN" sz="1600" b="1" dirty="0"/>
                        <a:t>Develop React + </a:t>
                      </a:r>
                      <a:r>
                        <a:rPr lang="en-IN" sz="1600" b="1" dirty="0" err="1"/>
                        <a:t>FastAPI</a:t>
                      </a:r>
                      <a:r>
                        <a:rPr lang="en-IN" sz="1600" b="1" dirty="0"/>
                        <a:t> platform</a:t>
                      </a:r>
                      <a:r>
                        <a:rPr lang="en-IN" sz="1600" dirty="0"/>
                        <a:t> integrating prediction, XAI and reporting.</a:t>
                      </a:r>
                    </a:p>
                  </a:txBody>
                  <a:tcPr/>
                </a:tc>
                <a:extLst>
                  <a:ext uri="{0D108BD9-81ED-4DB2-BD59-A6C34878D82A}">
                    <a16:rowId xmlns:a16="http://schemas.microsoft.com/office/drawing/2014/main" val="2953350241"/>
                  </a:ext>
                </a:extLst>
              </a:tr>
              <a:tr h="582348">
                <a:tc>
                  <a:txBody>
                    <a:bodyPr/>
                    <a:lstStyle/>
                    <a:p>
                      <a:r>
                        <a:rPr lang="en-IN" sz="1600" dirty="0"/>
                        <a:t>Limited Evaluation</a:t>
                      </a:r>
                    </a:p>
                  </a:txBody>
                  <a:tcPr/>
                </a:tc>
                <a:tc>
                  <a:txBody>
                    <a:bodyPr/>
                    <a:lstStyle/>
                    <a:p>
                      <a:r>
                        <a:rPr lang="en-IN" sz="1600" dirty="0"/>
                        <a:t>Studies often emphasize accuracy without detailed error analysis.</a:t>
                      </a:r>
                    </a:p>
                  </a:txBody>
                  <a:tcPr/>
                </a:tc>
                <a:tc>
                  <a:txBody>
                    <a:bodyPr/>
                    <a:lstStyle/>
                    <a:p>
                      <a:r>
                        <a:rPr lang="en-IN" sz="1600" dirty="0"/>
                        <a:t>Evaluate Accuracy, Precision, Recall, F1, ROC-AUC and Confusion Matrix.</a:t>
                      </a:r>
                    </a:p>
                  </a:txBody>
                  <a:tcPr/>
                </a:tc>
                <a:extLst>
                  <a:ext uri="{0D108BD9-81ED-4DB2-BD59-A6C34878D82A}">
                    <a16:rowId xmlns:a16="http://schemas.microsoft.com/office/drawing/2014/main" val="161960273"/>
                  </a:ext>
                </a:extLst>
              </a:tr>
            </a:tbl>
          </a:graphicData>
        </a:graphic>
      </p:graphicFrame>
      <p:sp>
        <p:nvSpPr>
          <p:cNvPr id="7" name="TextBox 6">
            <a:extLst>
              <a:ext uri="{FF2B5EF4-FFF2-40B4-BE49-F238E27FC236}">
                <a16:creationId xmlns:a16="http://schemas.microsoft.com/office/drawing/2014/main" id="{E03BC5D8-EC04-F89E-33F0-54F5FFF6C67B}"/>
              </a:ext>
            </a:extLst>
          </p:cNvPr>
          <p:cNvSpPr txBox="1"/>
          <p:nvPr/>
        </p:nvSpPr>
        <p:spPr>
          <a:xfrm>
            <a:off x="268711" y="5993488"/>
            <a:ext cx="11667279" cy="646331"/>
          </a:xfrm>
          <a:prstGeom prst="rect">
            <a:avLst/>
          </a:prstGeom>
          <a:noFill/>
        </p:spPr>
        <p:txBody>
          <a:bodyPr wrap="square" rtlCol="0">
            <a:spAutoFit/>
          </a:bodyPr>
          <a:lstStyle/>
          <a:p>
            <a:r>
              <a:rPr lang="en-IN" dirty="0"/>
              <a:t>Our research addresses these gaps by integrating multi-dataset learning, diverse deep-learning models, explainable AI, natural-language reporting and end-to-end deployment into a unified pneumonia detection framework.</a:t>
            </a:r>
          </a:p>
        </p:txBody>
      </p:sp>
    </p:spTree>
    <p:extLst>
      <p:ext uri="{BB962C8B-B14F-4D97-AF65-F5344CB8AC3E}">
        <p14:creationId xmlns:p14="http://schemas.microsoft.com/office/powerpoint/2010/main" val="26899258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BA39312-8A41-C7D3-47A5-50A867BE42DD}"/>
              </a:ext>
            </a:extLst>
          </p:cNvPr>
          <p:cNvSpPr>
            <a:spLocks noGrp="1"/>
          </p:cNvSpPr>
          <p:nvPr>
            <p:ph type="body" idx="1"/>
          </p:nvPr>
        </p:nvSpPr>
        <p:spPr>
          <a:xfrm>
            <a:off x="664580" y="1657249"/>
            <a:ext cx="10515600" cy="4616229"/>
          </a:xfrm>
        </p:spPr>
        <p:txBody>
          <a:bodyPr>
            <a:normAutofit fontScale="85000" lnSpcReduction="10000"/>
          </a:bodyPr>
          <a:lstStyle/>
          <a:p>
            <a:pPr marL="342900" indent="-342900">
              <a:lnSpc>
                <a:spcPct val="150000"/>
              </a:lnSpc>
              <a:buFont typeface="Arial" panose="020B0604020202020204" pitchFamily="34" charset="0"/>
              <a:buChar char="•"/>
            </a:pPr>
            <a:r>
              <a:rPr lang="en-US" b="1" dirty="0">
                <a:solidFill>
                  <a:schemeClr val="tx1"/>
                </a:solidFill>
              </a:rPr>
              <a:t>M</a:t>
            </a:r>
            <a:r>
              <a:rPr lang="en-IN" b="1" dirty="0" err="1">
                <a:solidFill>
                  <a:schemeClr val="tx1"/>
                </a:solidFill>
              </a:rPr>
              <a:t>ulti</a:t>
            </a:r>
            <a:r>
              <a:rPr lang="en-IN" b="1" dirty="0">
                <a:solidFill>
                  <a:schemeClr val="tx1"/>
                </a:solidFill>
              </a:rPr>
              <a:t>-Dataset Learning: </a:t>
            </a:r>
            <a:r>
              <a:rPr lang="en-IN" dirty="0">
                <a:solidFill>
                  <a:schemeClr val="tx1"/>
                </a:solidFill>
              </a:rPr>
              <a:t>Uses NIH ChestX-ray14, RSNA and </a:t>
            </a:r>
            <a:r>
              <a:rPr lang="en-IN" dirty="0" err="1">
                <a:solidFill>
                  <a:schemeClr val="tx1"/>
                </a:solidFill>
              </a:rPr>
              <a:t>VinDr</a:t>
            </a:r>
            <a:r>
              <a:rPr lang="en-IN" dirty="0">
                <a:solidFill>
                  <a:schemeClr val="tx1"/>
                </a:solidFill>
              </a:rPr>
              <a:t>-CXR for broader evaluation.</a:t>
            </a:r>
          </a:p>
          <a:p>
            <a:pPr marL="342900" indent="-342900">
              <a:lnSpc>
                <a:spcPct val="150000"/>
              </a:lnSpc>
              <a:buFont typeface="Arial" panose="020B0604020202020204" pitchFamily="34" charset="0"/>
              <a:buChar char="•"/>
            </a:pPr>
            <a:r>
              <a:rPr lang="en-IN" b="1" dirty="0">
                <a:solidFill>
                  <a:schemeClr val="tx1"/>
                </a:solidFill>
              </a:rPr>
              <a:t>Hybrid Deep Learning: </a:t>
            </a:r>
            <a:r>
              <a:rPr lang="en-IN" dirty="0">
                <a:solidFill>
                  <a:schemeClr val="tx1"/>
                </a:solidFill>
              </a:rPr>
              <a:t>Combines CNN, DenseNet-121, </a:t>
            </a:r>
            <a:r>
              <a:rPr lang="en-IN" dirty="0" err="1">
                <a:solidFill>
                  <a:schemeClr val="tx1"/>
                </a:solidFill>
              </a:rPr>
              <a:t>EffecientNet</a:t>
            </a:r>
            <a:r>
              <a:rPr lang="en-IN" dirty="0">
                <a:solidFill>
                  <a:schemeClr val="tx1"/>
                </a:solidFill>
              </a:rPr>
              <a:t> and Transformer models.</a:t>
            </a:r>
          </a:p>
          <a:p>
            <a:pPr marL="342900" indent="-342900">
              <a:lnSpc>
                <a:spcPct val="150000"/>
              </a:lnSpc>
              <a:buFont typeface="Arial" panose="020B0604020202020204" pitchFamily="34" charset="0"/>
              <a:buChar char="•"/>
            </a:pPr>
            <a:r>
              <a:rPr lang="en-IN" b="1" dirty="0">
                <a:solidFill>
                  <a:schemeClr val="tx1"/>
                </a:solidFill>
              </a:rPr>
              <a:t>Explainable AI: </a:t>
            </a:r>
            <a:r>
              <a:rPr lang="en-IN" dirty="0">
                <a:solidFill>
                  <a:schemeClr val="tx1"/>
                </a:solidFill>
              </a:rPr>
              <a:t>Uses Grad-CAM to highlight pneumonia-related regions in X-rays.</a:t>
            </a:r>
          </a:p>
          <a:p>
            <a:pPr marL="342900" indent="-342900">
              <a:lnSpc>
                <a:spcPct val="150000"/>
              </a:lnSpc>
              <a:buFont typeface="Arial" panose="020B0604020202020204" pitchFamily="34" charset="0"/>
              <a:buChar char="•"/>
            </a:pPr>
            <a:r>
              <a:rPr lang="en-IN" b="1" dirty="0">
                <a:solidFill>
                  <a:schemeClr val="tx1"/>
                </a:solidFill>
              </a:rPr>
              <a:t>AI-Assisted Explanation: </a:t>
            </a:r>
            <a:r>
              <a:rPr lang="en-IN" dirty="0">
                <a:solidFill>
                  <a:schemeClr val="tx1"/>
                </a:solidFill>
              </a:rPr>
              <a:t>Combines model results with BERT + LLM for understandable summaries.</a:t>
            </a:r>
          </a:p>
          <a:p>
            <a:pPr marL="342900" indent="-342900">
              <a:lnSpc>
                <a:spcPct val="150000"/>
              </a:lnSpc>
              <a:buFont typeface="Arial" panose="020B0604020202020204" pitchFamily="34" charset="0"/>
              <a:buChar char="•"/>
            </a:pPr>
            <a:r>
              <a:rPr lang="en-IN" b="1" dirty="0">
                <a:solidFill>
                  <a:schemeClr val="tx1"/>
                </a:solidFill>
              </a:rPr>
              <a:t>End-to-End Platform: </a:t>
            </a:r>
            <a:r>
              <a:rPr lang="en-IN" dirty="0">
                <a:solidFill>
                  <a:schemeClr val="tx1"/>
                </a:solidFill>
              </a:rPr>
              <a:t>Integrates Prediction, explanation and reporting through React + </a:t>
            </a:r>
            <a:r>
              <a:rPr lang="en-IN" dirty="0" err="1">
                <a:solidFill>
                  <a:schemeClr val="tx1"/>
                </a:solidFill>
              </a:rPr>
              <a:t>FastAPI</a:t>
            </a:r>
            <a:r>
              <a:rPr lang="en-IN" dirty="0">
                <a:solidFill>
                  <a:schemeClr val="tx1"/>
                </a:solidFill>
              </a:rPr>
              <a:t>.</a:t>
            </a:r>
          </a:p>
          <a:p>
            <a:pPr marL="342900" indent="-342900">
              <a:lnSpc>
                <a:spcPct val="150000"/>
              </a:lnSpc>
              <a:buFont typeface="Arial" panose="020B0604020202020204" pitchFamily="34" charset="0"/>
              <a:buChar char="•"/>
            </a:pPr>
            <a:r>
              <a:rPr lang="en-IN" b="1" dirty="0">
                <a:solidFill>
                  <a:schemeClr val="tx1"/>
                </a:solidFill>
              </a:rPr>
              <a:t>Comprehensive Evaluation: </a:t>
            </a:r>
            <a:r>
              <a:rPr lang="en-IN" dirty="0">
                <a:solidFill>
                  <a:schemeClr val="tx1"/>
                </a:solidFill>
              </a:rPr>
              <a:t>Uses multiple performance and error-analysis metrics.</a:t>
            </a:r>
          </a:p>
        </p:txBody>
      </p:sp>
      <p:sp>
        <p:nvSpPr>
          <p:cNvPr id="6" name="Rounded Rectangle 17">
            <a:extLst>
              <a:ext uri="{FF2B5EF4-FFF2-40B4-BE49-F238E27FC236}">
                <a16:creationId xmlns:a16="http://schemas.microsoft.com/office/drawing/2014/main" id="{6473780F-FDD5-15C6-EB41-2195676E5332}"/>
              </a:ext>
            </a:extLst>
          </p:cNvPr>
          <p:cNvSpPr/>
          <p:nvPr/>
        </p:nvSpPr>
        <p:spPr>
          <a:xfrm>
            <a:off x="3026136" y="218181"/>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Innovation</a:t>
            </a:r>
            <a:endParaRPr lang="en-US" sz="2400" b="1" dirty="0">
              <a:solidFill>
                <a:schemeClr val="bg1"/>
              </a:solidFill>
            </a:endParaRPr>
          </a:p>
        </p:txBody>
      </p:sp>
    </p:spTree>
    <p:extLst>
      <p:ext uri="{BB962C8B-B14F-4D97-AF65-F5344CB8AC3E}">
        <p14:creationId xmlns:p14="http://schemas.microsoft.com/office/powerpoint/2010/main" val="32959045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DCCC40E-8536-60F1-BC34-723332428BFB}"/>
              </a:ext>
            </a:extLst>
          </p:cNvPr>
          <p:cNvSpPr>
            <a:spLocks noGrp="1"/>
          </p:cNvSpPr>
          <p:nvPr>
            <p:ph type="body" idx="1"/>
          </p:nvPr>
        </p:nvSpPr>
        <p:spPr>
          <a:xfrm>
            <a:off x="838200" y="1552266"/>
            <a:ext cx="10515600" cy="4281375"/>
          </a:xfrm>
        </p:spPr>
        <p:txBody>
          <a:bodyPr>
            <a:noAutofit/>
          </a:bodyPr>
          <a:lstStyle/>
          <a:p>
            <a:pPr marL="342900" lvl="0" indent="-342900">
              <a:lnSpc>
                <a:spcPct val="150000"/>
              </a:lnSpc>
              <a:buFont typeface="Arial" panose="020B0604020202020204" pitchFamily="34" charset="0"/>
              <a:buChar char="•"/>
            </a:pPr>
            <a:r>
              <a:rPr lang="en-IN" sz="2000" b="1" dirty="0">
                <a:solidFill>
                  <a:schemeClr val="tx1"/>
                </a:solidFill>
              </a:rPr>
              <a:t>Visual + Textual Explanation:</a:t>
            </a:r>
            <a:r>
              <a:rPr lang="en-IN" sz="2000" dirty="0">
                <a:solidFill>
                  <a:schemeClr val="tx1"/>
                </a:solidFill>
              </a:rPr>
              <a:t> Provides both Grad-CAM heatmaps and AI-generated text. </a:t>
            </a:r>
          </a:p>
          <a:p>
            <a:pPr marL="342900" lvl="0" indent="-342900">
              <a:lnSpc>
                <a:spcPct val="150000"/>
              </a:lnSpc>
              <a:buFont typeface="Arial" panose="020B0604020202020204" pitchFamily="34" charset="0"/>
              <a:buChar char="•"/>
            </a:pPr>
            <a:r>
              <a:rPr lang="en-IN" sz="2000" b="1" dirty="0">
                <a:solidFill>
                  <a:schemeClr val="tx1"/>
                </a:solidFill>
              </a:rPr>
              <a:t>Multiple Model Comparison:</a:t>
            </a:r>
            <a:r>
              <a:rPr lang="en-IN" sz="2000" dirty="0">
                <a:solidFill>
                  <a:schemeClr val="tx1"/>
                </a:solidFill>
              </a:rPr>
              <a:t> Identifies the most effective architecture for pneumonia detection. </a:t>
            </a:r>
          </a:p>
          <a:p>
            <a:pPr marL="342900" lvl="0" indent="-342900">
              <a:lnSpc>
                <a:spcPct val="150000"/>
              </a:lnSpc>
              <a:buFont typeface="Arial" panose="020B0604020202020204" pitchFamily="34" charset="0"/>
              <a:buChar char="•"/>
            </a:pPr>
            <a:r>
              <a:rPr lang="en-IN" sz="2000" b="1" dirty="0">
                <a:solidFill>
                  <a:schemeClr val="tx1"/>
                </a:solidFill>
              </a:rPr>
              <a:t>Cross-Dataset Testing:</a:t>
            </a:r>
            <a:r>
              <a:rPr lang="en-IN" sz="2000" dirty="0">
                <a:solidFill>
                  <a:schemeClr val="tx1"/>
                </a:solidFill>
              </a:rPr>
              <a:t> Tests model performance across different CXR datasets. </a:t>
            </a:r>
          </a:p>
          <a:p>
            <a:pPr marL="342900" lvl="0" indent="-342900">
              <a:lnSpc>
                <a:spcPct val="150000"/>
              </a:lnSpc>
              <a:buFont typeface="Arial" panose="020B0604020202020204" pitchFamily="34" charset="0"/>
              <a:buChar char="•"/>
            </a:pPr>
            <a:r>
              <a:rPr lang="en-IN" sz="2000" b="1" dirty="0">
                <a:solidFill>
                  <a:schemeClr val="tx1"/>
                </a:solidFill>
              </a:rPr>
              <a:t>User-Friendly Interface:</a:t>
            </a:r>
            <a:r>
              <a:rPr lang="en-IN" sz="2000" dirty="0">
                <a:solidFill>
                  <a:schemeClr val="tx1"/>
                </a:solidFill>
              </a:rPr>
              <a:t> Converts complex AI predictions into simple visual and textual outputs. </a:t>
            </a:r>
          </a:p>
          <a:p>
            <a:pPr marL="342900" lvl="0" indent="-342900">
              <a:lnSpc>
                <a:spcPct val="150000"/>
              </a:lnSpc>
              <a:buFont typeface="Arial" panose="020B0604020202020204" pitchFamily="34" charset="0"/>
              <a:buChar char="•"/>
            </a:pPr>
            <a:r>
              <a:rPr lang="en-IN" sz="2000" b="1" dirty="0">
                <a:solidFill>
                  <a:schemeClr val="tx1"/>
                </a:solidFill>
              </a:rPr>
              <a:t>Confidence-Based Results:</a:t>
            </a:r>
            <a:r>
              <a:rPr lang="en-IN" sz="2000" dirty="0">
                <a:solidFill>
                  <a:schemeClr val="tx1"/>
                </a:solidFill>
              </a:rPr>
              <a:t> Displays prediction probability along with the classification. </a:t>
            </a:r>
          </a:p>
          <a:p>
            <a:pPr marL="342900" lvl="0" indent="-342900">
              <a:lnSpc>
                <a:spcPct val="150000"/>
              </a:lnSpc>
              <a:buFont typeface="Arial" panose="020B0604020202020204" pitchFamily="34" charset="0"/>
              <a:buChar char="•"/>
            </a:pPr>
            <a:r>
              <a:rPr lang="en-IN" sz="2000" b="1" dirty="0">
                <a:solidFill>
                  <a:schemeClr val="tx1"/>
                </a:solidFill>
              </a:rPr>
              <a:t>Interactive Workflow:</a:t>
            </a:r>
            <a:r>
              <a:rPr lang="en-IN" sz="2000" dirty="0">
                <a:solidFill>
                  <a:schemeClr val="tx1"/>
                </a:solidFill>
              </a:rPr>
              <a:t> Upload → Predict → Explain → Generate Summary.</a:t>
            </a:r>
          </a:p>
        </p:txBody>
      </p:sp>
      <p:sp>
        <p:nvSpPr>
          <p:cNvPr id="4" name="Rounded Rectangle 17">
            <a:extLst>
              <a:ext uri="{FF2B5EF4-FFF2-40B4-BE49-F238E27FC236}">
                <a16:creationId xmlns:a16="http://schemas.microsoft.com/office/drawing/2014/main" id="{29365DB9-FA38-7CFE-AFE7-71BB60CD2387}"/>
              </a:ext>
            </a:extLst>
          </p:cNvPr>
          <p:cNvSpPr/>
          <p:nvPr/>
        </p:nvSpPr>
        <p:spPr>
          <a:xfrm>
            <a:off x="3026136" y="218181"/>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Creativity</a:t>
            </a:r>
            <a:endParaRPr lang="en-US" sz="2400" b="1" dirty="0">
              <a:solidFill>
                <a:schemeClr val="bg1"/>
              </a:solidFill>
            </a:endParaRPr>
          </a:p>
        </p:txBody>
      </p:sp>
    </p:spTree>
    <p:extLst>
      <p:ext uri="{BB962C8B-B14F-4D97-AF65-F5344CB8AC3E}">
        <p14:creationId xmlns:p14="http://schemas.microsoft.com/office/powerpoint/2010/main" val="37647940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45D734A-8E12-5905-9470-7EE1140E2AA8}"/>
              </a:ext>
            </a:extLst>
          </p:cNvPr>
          <p:cNvSpPr>
            <a:spLocks noGrp="1"/>
          </p:cNvSpPr>
          <p:nvPr>
            <p:ph type="body" idx="1"/>
          </p:nvPr>
        </p:nvSpPr>
        <p:spPr>
          <a:xfrm>
            <a:off x="511008" y="1342663"/>
            <a:ext cx="10515600" cy="5170432"/>
          </a:xfrm>
        </p:spPr>
        <p:txBody>
          <a:bodyPr/>
          <a:lstStyle/>
          <a:p>
            <a:pPr marL="342900" lvl="0" indent="-342900">
              <a:lnSpc>
                <a:spcPct val="150000"/>
              </a:lnSpc>
              <a:buFont typeface="Arial" panose="020B0604020202020204" pitchFamily="34" charset="0"/>
              <a:buChar char="•"/>
            </a:pPr>
            <a:r>
              <a:rPr lang="en-IN" sz="2000" b="1" dirty="0">
                <a:solidFill>
                  <a:schemeClr val="tx1"/>
                </a:solidFill>
              </a:rPr>
              <a:t>Unified Framework:</a:t>
            </a:r>
            <a:r>
              <a:rPr lang="en-IN" sz="2000" dirty="0">
                <a:solidFill>
                  <a:schemeClr val="tx1"/>
                </a:solidFill>
              </a:rPr>
              <a:t> Combines multiple deep-learning architectures in one pneumonia detection framework. </a:t>
            </a:r>
          </a:p>
          <a:p>
            <a:pPr marL="342900" lvl="0" indent="-342900">
              <a:lnSpc>
                <a:spcPct val="150000"/>
              </a:lnSpc>
              <a:buFont typeface="Arial" panose="020B0604020202020204" pitchFamily="34" charset="0"/>
              <a:buChar char="•"/>
            </a:pPr>
            <a:r>
              <a:rPr lang="en-IN" sz="2000" b="1" dirty="0">
                <a:solidFill>
                  <a:schemeClr val="tx1"/>
                </a:solidFill>
              </a:rPr>
              <a:t>Multi-Dataset Approach:</a:t>
            </a:r>
            <a:r>
              <a:rPr lang="en-IN" sz="2000" dirty="0">
                <a:solidFill>
                  <a:schemeClr val="tx1"/>
                </a:solidFill>
              </a:rPr>
              <a:t> Evaluates robustness across three different CXR datasets. </a:t>
            </a:r>
          </a:p>
          <a:p>
            <a:pPr marL="342900" lvl="0" indent="-342900">
              <a:lnSpc>
                <a:spcPct val="150000"/>
              </a:lnSpc>
              <a:buFont typeface="Arial" panose="020B0604020202020204" pitchFamily="34" charset="0"/>
              <a:buChar char="•"/>
            </a:pPr>
            <a:r>
              <a:rPr lang="en-IN" sz="2000" b="1" dirty="0">
                <a:solidFill>
                  <a:schemeClr val="tx1"/>
                </a:solidFill>
              </a:rPr>
              <a:t>Dual Explainability:</a:t>
            </a:r>
            <a:r>
              <a:rPr lang="en-IN" sz="2000" dirty="0">
                <a:solidFill>
                  <a:schemeClr val="tx1"/>
                </a:solidFill>
              </a:rPr>
              <a:t> Combines Grad-CAM visual explanation + LLM textual explanation. </a:t>
            </a:r>
          </a:p>
          <a:p>
            <a:pPr marL="342900" lvl="0" indent="-342900">
              <a:lnSpc>
                <a:spcPct val="150000"/>
              </a:lnSpc>
              <a:buFont typeface="Arial" panose="020B0604020202020204" pitchFamily="34" charset="0"/>
              <a:buChar char="•"/>
            </a:pPr>
            <a:r>
              <a:rPr lang="en-IN" sz="2000" b="1" dirty="0">
                <a:solidFill>
                  <a:schemeClr val="tx1"/>
                </a:solidFill>
              </a:rPr>
              <a:t>AI-Assisted Reporting:</a:t>
            </a:r>
            <a:r>
              <a:rPr lang="en-IN" sz="2000" dirty="0">
                <a:solidFill>
                  <a:schemeClr val="tx1"/>
                </a:solidFill>
              </a:rPr>
              <a:t> Converts prediction outputs into an understandable summary. </a:t>
            </a:r>
          </a:p>
          <a:p>
            <a:pPr marL="342900" lvl="0" indent="-342900">
              <a:lnSpc>
                <a:spcPct val="150000"/>
              </a:lnSpc>
              <a:buFont typeface="Arial" panose="020B0604020202020204" pitchFamily="34" charset="0"/>
              <a:buChar char="•"/>
            </a:pPr>
            <a:r>
              <a:rPr lang="en-IN" sz="2000" b="1" dirty="0">
                <a:solidFill>
                  <a:schemeClr val="tx1"/>
                </a:solidFill>
              </a:rPr>
              <a:t>Model-to-Application Integration:</a:t>
            </a:r>
            <a:r>
              <a:rPr lang="en-IN" sz="2000" dirty="0">
                <a:solidFill>
                  <a:schemeClr val="tx1"/>
                </a:solidFill>
              </a:rPr>
              <a:t> Connects the trained model directly with a web-based interface. </a:t>
            </a:r>
          </a:p>
          <a:p>
            <a:pPr marL="342900" lvl="0" indent="-342900">
              <a:lnSpc>
                <a:spcPct val="150000"/>
              </a:lnSpc>
              <a:buFont typeface="Arial" panose="020B0604020202020204" pitchFamily="34" charset="0"/>
              <a:buChar char="•"/>
            </a:pPr>
            <a:r>
              <a:rPr lang="en-IN" sz="2000" b="1" dirty="0">
                <a:solidFill>
                  <a:schemeClr val="tx1"/>
                </a:solidFill>
              </a:rPr>
              <a:t>Research-to-Deployment Approach:</a:t>
            </a:r>
            <a:r>
              <a:rPr lang="en-IN" sz="2000" dirty="0">
                <a:solidFill>
                  <a:schemeClr val="tx1"/>
                </a:solidFill>
              </a:rPr>
              <a:t> Goes beyond model accuracy toward a usable end-to-end system.</a:t>
            </a:r>
          </a:p>
          <a:p>
            <a:endParaRPr lang="en-IN" dirty="0"/>
          </a:p>
        </p:txBody>
      </p:sp>
      <p:sp>
        <p:nvSpPr>
          <p:cNvPr id="4" name="Rounded Rectangle 17">
            <a:extLst>
              <a:ext uri="{FF2B5EF4-FFF2-40B4-BE49-F238E27FC236}">
                <a16:creationId xmlns:a16="http://schemas.microsoft.com/office/drawing/2014/main" id="{15039A8A-D0BD-8D28-AABF-71409AEEC1A2}"/>
              </a:ext>
            </a:extLst>
          </p:cNvPr>
          <p:cNvSpPr/>
          <p:nvPr/>
        </p:nvSpPr>
        <p:spPr>
          <a:xfrm>
            <a:off x="3026136" y="218181"/>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Novelty</a:t>
            </a:r>
            <a:endParaRPr lang="en-US" sz="2400" b="1" dirty="0">
              <a:solidFill>
                <a:schemeClr val="bg1"/>
              </a:solidFill>
            </a:endParaRPr>
          </a:p>
        </p:txBody>
      </p:sp>
    </p:spTree>
    <p:extLst>
      <p:ext uri="{BB962C8B-B14F-4D97-AF65-F5344CB8AC3E}">
        <p14:creationId xmlns:p14="http://schemas.microsoft.com/office/powerpoint/2010/main" val="25130799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5C04390-AA17-2F00-A029-FDA67782619A}"/>
              </a:ext>
            </a:extLst>
          </p:cNvPr>
          <p:cNvSpPr>
            <a:spLocks noGrp="1"/>
          </p:cNvSpPr>
          <p:nvPr>
            <p:ph type="body" idx="1"/>
          </p:nvPr>
        </p:nvSpPr>
        <p:spPr>
          <a:xfrm>
            <a:off x="838200" y="1242759"/>
            <a:ext cx="10515600" cy="5066601"/>
          </a:xfrm>
        </p:spPr>
        <p:txBody>
          <a:bodyPr/>
          <a:lstStyle/>
          <a:p>
            <a:endParaRPr lang="en-US" dirty="0">
              <a:solidFill>
                <a:prstClr val="black"/>
              </a:solidFill>
              <a:latin typeface="Times New Roman" panose="02020603050405020304" pitchFamily="18" charset="0"/>
              <a:cs typeface="Times New Roman" panose="02020603050405020304" pitchFamily="18" charset="0"/>
            </a:endParaRPr>
          </a:p>
          <a:p>
            <a:pPr marL="457200" indent="-457200">
              <a:buAutoNum type="arabicPeriod"/>
            </a:pPr>
            <a:endParaRPr lang="en-IN" dirty="0"/>
          </a:p>
        </p:txBody>
      </p:sp>
      <p:sp>
        <p:nvSpPr>
          <p:cNvPr id="4" name="Rounded Rectangle 17">
            <a:extLst>
              <a:ext uri="{FF2B5EF4-FFF2-40B4-BE49-F238E27FC236}">
                <a16:creationId xmlns:a16="http://schemas.microsoft.com/office/drawing/2014/main" id="{FB10FB67-2697-DD20-452D-E17DBBD36602}"/>
              </a:ext>
            </a:extLst>
          </p:cNvPr>
          <p:cNvSpPr/>
          <p:nvPr/>
        </p:nvSpPr>
        <p:spPr>
          <a:xfrm>
            <a:off x="3026136" y="218181"/>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Feasibility</a:t>
            </a:r>
            <a:endParaRPr lang="en-US" sz="2400" b="1" dirty="0">
              <a:solidFill>
                <a:schemeClr val="bg1"/>
              </a:solidFill>
            </a:endParaRPr>
          </a:p>
        </p:txBody>
      </p:sp>
      <p:graphicFrame>
        <p:nvGraphicFramePr>
          <p:cNvPr id="6" name="Table 5">
            <a:extLst>
              <a:ext uri="{FF2B5EF4-FFF2-40B4-BE49-F238E27FC236}">
                <a16:creationId xmlns:a16="http://schemas.microsoft.com/office/drawing/2014/main" id="{223AB4FC-3BF7-5CDC-DD1C-7681A1490532}"/>
              </a:ext>
            </a:extLst>
          </p:cNvPr>
          <p:cNvGraphicFramePr>
            <a:graphicFrameLocks noGrp="1"/>
          </p:cNvGraphicFramePr>
          <p:nvPr>
            <p:extLst>
              <p:ext uri="{D42A27DB-BD31-4B8C-83A1-F6EECF244321}">
                <p14:modId xmlns:p14="http://schemas.microsoft.com/office/powerpoint/2010/main" val="1195851444"/>
              </p:ext>
            </p:extLst>
          </p:nvPr>
        </p:nvGraphicFramePr>
        <p:xfrm>
          <a:off x="957323" y="1242759"/>
          <a:ext cx="10277354" cy="4931394"/>
        </p:xfrm>
        <a:graphic>
          <a:graphicData uri="http://schemas.openxmlformats.org/drawingml/2006/table">
            <a:tbl>
              <a:tblPr firstRow="1" bandRow="1">
                <a:tableStyleId>{5C22544A-7EE6-4342-B048-85BDC9FD1C3A}</a:tableStyleId>
              </a:tblPr>
              <a:tblGrid>
                <a:gridCol w="5138677">
                  <a:extLst>
                    <a:ext uri="{9D8B030D-6E8A-4147-A177-3AD203B41FA5}">
                      <a16:colId xmlns:a16="http://schemas.microsoft.com/office/drawing/2014/main" val="2507637304"/>
                    </a:ext>
                  </a:extLst>
                </a:gridCol>
                <a:gridCol w="5138677">
                  <a:extLst>
                    <a:ext uri="{9D8B030D-6E8A-4147-A177-3AD203B41FA5}">
                      <a16:colId xmlns:a16="http://schemas.microsoft.com/office/drawing/2014/main" val="1513952708"/>
                    </a:ext>
                  </a:extLst>
                </a:gridCol>
              </a:tblGrid>
              <a:tr h="545457">
                <a:tc>
                  <a:txBody>
                    <a:bodyPr/>
                    <a:lstStyle/>
                    <a:p>
                      <a:pPr>
                        <a:buNone/>
                      </a:pPr>
                      <a:r>
                        <a:rPr lang="en-IN" b="1" dirty="0"/>
                        <a:t>Aspect</a:t>
                      </a:r>
                      <a:endParaRPr lang="en-IN" dirty="0"/>
                    </a:p>
                  </a:txBody>
                  <a:tcPr anchor="ctr"/>
                </a:tc>
                <a:tc>
                  <a:txBody>
                    <a:bodyPr/>
                    <a:lstStyle/>
                    <a:p>
                      <a:pPr>
                        <a:buNone/>
                      </a:pPr>
                      <a:r>
                        <a:rPr lang="en-IN" b="1"/>
                        <a:t>Feasibility</a:t>
                      </a:r>
                      <a:endParaRPr lang="en-IN"/>
                    </a:p>
                  </a:txBody>
                  <a:tcPr anchor="ctr"/>
                </a:tc>
                <a:extLst>
                  <a:ext uri="{0D108BD9-81ED-4DB2-BD59-A6C34878D82A}">
                    <a16:rowId xmlns:a16="http://schemas.microsoft.com/office/drawing/2014/main" val="845258452"/>
                  </a:ext>
                </a:extLst>
              </a:tr>
              <a:tr h="545457">
                <a:tc>
                  <a:txBody>
                    <a:bodyPr/>
                    <a:lstStyle/>
                    <a:p>
                      <a:pPr>
                        <a:buNone/>
                      </a:pPr>
                      <a:r>
                        <a:rPr lang="en-IN" b="1"/>
                        <a:t>Datasets</a:t>
                      </a:r>
                      <a:endParaRPr lang="en-IN"/>
                    </a:p>
                  </a:txBody>
                  <a:tcPr anchor="ctr"/>
                </a:tc>
                <a:tc>
                  <a:txBody>
                    <a:bodyPr/>
                    <a:lstStyle/>
                    <a:p>
                      <a:pPr>
                        <a:buNone/>
                      </a:pPr>
                      <a:r>
                        <a:rPr lang="en-IN"/>
                        <a:t>Publicly available CXR datasets: NIH, RSNA and VinDr-CXR</a:t>
                      </a:r>
                    </a:p>
                  </a:txBody>
                  <a:tcPr anchor="ctr"/>
                </a:tc>
                <a:extLst>
                  <a:ext uri="{0D108BD9-81ED-4DB2-BD59-A6C34878D82A}">
                    <a16:rowId xmlns:a16="http://schemas.microsoft.com/office/drawing/2014/main" val="3734955910"/>
                  </a:ext>
                </a:extLst>
              </a:tr>
              <a:tr h="545457">
                <a:tc>
                  <a:txBody>
                    <a:bodyPr/>
                    <a:lstStyle/>
                    <a:p>
                      <a:pPr>
                        <a:buNone/>
                      </a:pPr>
                      <a:r>
                        <a:rPr lang="en-IN" b="1"/>
                        <a:t>Technology</a:t>
                      </a:r>
                      <a:endParaRPr lang="en-IN"/>
                    </a:p>
                  </a:txBody>
                  <a:tcPr anchor="ctr"/>
                </a:tc>
                <a:tc>
                  <a:txBody>
                    <a:bodyPr/>
                    <a:lstStyle/>
                    <a:p>
                      <a:pPr>
                        <a:buNone/>
                      </a:pPr>
                      <a:r>
                        <a:rPr lang="en-IN"/>
                        <a:t>Python, PyTorch/TensorFlow, OpenCV, FastAPI and React</a:t>
                      </a:r>
                    </a:p>
                  </a:txBody>
                  <a:tcPr anchor="ctr"/>
                </a:tc>
                <a:extLst>
                  <a:ext uri="{0D108BD9-81ED-4DB2-BD59-A6C34878D82A}">
                    <a16:rowId xmlns:a16="http://schemas.microsoft.com/office/drawing/2014/main" val="2280027821"/>
                  </a:ext>
                </a:extLst>
              </a:tr>
              <a:tr h="545457">
                <a:tc>
                  <a:txBody>
                    <a:bodyPr/>
                    <a:lstStyle/>
                    <a:p>
                      <a:pPr>
                        <a:buNone/>
                      </a:pPr>
                      <a:r>
                        <a:rPr lang="en-IN" b="1"/>
                        <a:t>Models</a:t>
                      </a:r>
                      <a:endParaRPr lang="en-IN"/>
                    </a:p>
                  </a:txBody>
                  <a:tcPr anchor="ctr"/>
                </a:tc>
                <a:tc>
                  <a:txBody>
                    <a:bodyPr/>
                    <a:lstStyle/>
                    <a:p>
                      <a:pPr>
                        <a:buNone/>
                      </a:pPr>
                      <a:r>
                        <a:rPr lang="en-IN" dirty="0"/>
                        <a:t>Pre-trained models enable transfer learning with manageable training requirements</a:t>
                      </a:r>
                    </a:p>
                  </a:txBody>
                  <a:tcPr anchor="ctr"/>
                </a:tc>
                <a:extLst>
                  <a:ext uri="{0D108BD9-81ED-4DB2-BD59-A6C34878D82A}">
                    <a16:rowId xmlns:a16="http://schemas.microsoft.com/office/drawing/2014/main" val="881480654"/>
                  </a:ext>
                </a:extLst>
              </a:tr>
              <a:tr h="545457">
                <a:tc>
                  <a:txBody>
                    <a:bodyPr/>
                    <a:lstStyle/>
                    <a:p>
                      <a:pPr>
                        <a:buNone/>
                      </a:pPr>
                      <a:r>
                        <a:rPr lang="en-IN" b="1" dirty="0"/>
                        <a:t>Explainability</a:t>
                      </a:r>
                      <a:endParaRPr lang="en-IN" dirty="0"/>
                    </a:p>
                  </a:txBody>
                  <a:tcPr anchor="ctr"/>
                </a:tc>
                <a:tc>
                  <a:txBody>
                    <a:bodyPr/>
                    <a:lstStyle/>
                    <a:p>
                      <a:pPr>
                        <a:buNone/>
                      </a:pPr>
                      <a:r>
                        <a:rPr lang="en-IN"/>
                        <a:t>Grad-CAM provides an established XAI approach</a:t>
                      </a:r>
                    </a:p>
                  </a:txBody>
                  <a:tcPr anchor="ctr"/>
                </a:tc>
                <a:extLst>
                  <a:ext uri="{0D108BD9-81ED-4DB2-BD59-A6C34878D82A}">
                    <a16:rowId xmlns:a16="http://schemas.microsoft.com/office/drawing/2014/main" val="3987725248"/>
                  </a:ext>
                </a:extLst>
              </a:tr>
              <a:tr h="545457">
                <a:tc>
                  <a:txBody>
                    <a:bodyPr/>
                    <a:lstStyle/>
                    <a:p>
                      <a:pPr>
                        <a:buNone/>
                      </a:pPr>
                      <a:r>
                        <a:rPr lang="en-IN" b="1"/>
                        <a:t>Deployment</a:t>
                      </a:r>
                      <a:endParaRPr lang="en-IN"/>
                    </a:p>
                  </a:txBody>
                  <a:tcPr anchor="ctr"/>
                </a:tc>
                <a:tc>
                  <a:txBody>
                    <a:bodyPr/>
                    <a:lstStyle/>
                    <a:p>
                      <a:pPr>
                        <a:buNone/>
                      </a:pPr>
                      <a:r>
                        <a:rPr lang="en-IN"/>
                        <a:t>FastAPI backend + React frontend supports web-based implementation</a:t>
                      </a:r>
                    </a:p>
                  </a:txBody>
                  <a:tcPr anchor="ctr"/>
                </a:tc>
                <a:extLst>
                  <a:ext uri="{0D108BD9-81ED-4DB2-BD59-A6C34878D82A}">
                    <a16:rowId xmlns:a16="http://schemas.microsoft.com/office/drawing/2014/main" val="847018357"/>
                  </a:ext>
                </a:extLst>
              </a:tr>
              <a:tr h="545457">
                <a:tc>
                  <a:txBody>
                    <a:bodyPr/>
                    <a:lstStyle/>
                    <a:p>
                      <a:pPr>
                        <a:buNone/>
                      </a:pPr>
                      <a:r>
                        <a:rPr lang="en-IN" b="1"/>
                        <a:t>Resources</a:t>
                      </a:r>
                      <a:endParaRPr lang="en-IN"/>
                    </a:p>
                  </a:txBody>
                  <a:tcPr anchor="ctr"/>
                </a:tc>
                <a:tc>
                  <a:txBody>
                    <a:bodyPr/>
                    <a:lstStyle/>
                    <a:p>
                      <a:pPr>
                        <a:buNone/>
                      </a:pPr>
                      <a:r>
                        <a:rPr lang="en-IN"/>
                        <a:t>Can be developed using GPU/cloud environments such as Google Colab</a:t>
                      </a:r>
                    </a:p>
                  </a:txBody>
                  <a:tcPr anchor="ctr"/>
                </a:tc>
                <a:extLst>
                  <a:ext uri="{0D108BD9-81ED-4DB2-BD59-A6C34878D82A}">
                    <a16:rowId xmlns:a16="http://schemas.microsoft.com/office/drawing/2014/main" val="3093951865"/>
                  </a:ext>
                </a:extLst>
              </a:tr>
              <a:tr h="545457">
                <a:tc>
                  <a:txBody>
                    <a:bodyPr/>
                    <a:lstStyle/>
                    <a:p>
                      <a:pPr>
                        <a:buNone/>
                      </a:pPr>
                      <a:r>
                        <a:rPr lang="en-IN" b="1" dirty="0"/>
                        <a:t>Time</a:t>
                      </a:r>
                      <a:endParaRPr lang="en-IN" dirty="0"/>
                    </a:p>
                  </a:txBody>
                  <a:tcPr anchor="ctr"/>
                </a:tc>
                <a:tc>
                  <a:txBody>
                    <a:bodyPr/>
                    <a:lstStyle/>
                    <a:p>
                      <a:pPr>
                        <a:buNone/>
                      </a:pPr>
                      <a:r>
                        <a:rPr lang="en-IN" dirty="0"/>
                        <a:t>Can be completed through phased development and testing</a:t>
                      </a:r>
                    </a:p>
                  </a:txBody>
                  <a:tcPr anchor="ctr"/>
                </a:tc>
                <a:extLst>
                  <a:ext uri="{0D108BD9-81ED-4DB2-BD59-A6C34878D82A}">
                    <a16:rowId xmlns:a16="http://schemas.microsoft.com/office/drawing/2014/main" val="4238587637"/>
                  </a:ext>
                </a:extLst>
              </a:tr>
            </a:tbl>
          </a:graphicData>
        </a:graphic>
      </p:graphicFrame>
    </p:spTree>
    <p:extLst>
      <p:ext uri="{BB962C8B-B14F-4D97-AF65-F5344CB8AC3E}">
        <p14:creationId xmlns:p14="http://schemas.microsoft.com/office/powerpoint/2010/main" val="6839295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3AB55E3-1326-3821-7D41-E5E27F1EA14A}"/>
              </a:ext>
            </a:extLst>
          </p:cNvPr>
          <p:cNvPicPr>
            <a:picLocks noChangeAspect="1"/>
          </p:cNvPicPr>
          <p:nvPr/>
        </p:nvPicPr>
        <p:blipFill>
          <a:blip r:embed="rId2"/>
          <a:srcRect t="4200" r="305" b="4811"/>
          <a:stretch>
            <a:fillRect/>
          </a:stretch>
        </p:blipFill>
        <p:spPr>
          <a:xfrm>
            <a:off x="2241754" y="779206"/>
            <a:ext cx="8219769" cy="5299587"/>
          </a:xfrm>
          <a:prstGeom prst="rect">
            <a:avLst/>
          </a:prstGeom>
        </p:spPr>
      </p:pic>
    </p:spTree>
    <p:extLst>
      <p:ext uri="{BB962C8B-B14F-4D97-AF65-F5344CB8AC3E}">
        <p14:creationId xmlns:p14="http://schemas.microsoft.com/office/powerpoint/2010/main" val="21786130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11,400+ Thank You On Red Stock Photos, Pictures &amp; Royalty-Free Images -  iStock">
            <a:extLst>
              <a:ext uri="{FF2B5EF4-FFF2-40B4-BE49-F238E27FC236}">
                <a16:creationId xmlns:a16="http://schemas.microsoft.com/office/drawing/2014/main" id="{078798B7-AD48-485A-9438-5C9181D990E8}"/>
              </a:ext>
            </a:extLst>
          </p:cNvPr>
          <p:cNvPicPr>
            <a:picLocks noChangeAspect="1"/>
          </p:cNvPicPr>
          <p:nvPr/>
        </p:nvPicPr>
        <p:blipFill>
          <a:blip r:embed="rId2"/>
          <a:stretch>
            <a:fillRect/>
          </a:stretch>
        </p:blipFill>
        <p:spPr>
          <a:xfrm>
            <a:off x="3411794" y="1585451"/>
            <a:ext cx="5594554" cy="3687097"/>
          </a:xfrm>
          <a:prstGeom prst="rect">
            <a:avLst/>
          </a:prstGeom>
        </p:spPr>
      </p:pic>
    </p:spTree>
    <p:extLst>
      <p:ext uri="{BB962C8B-B14F-4D97-AF65-F5344CB8AC3E}">
        <p14:creationId xmlns:p14="http://schemas.microsoft.com/office/powerpoint/2010/main" val="3488524852"/>
      </p:ext>
    </p:extLst>
  </p:cSld>
  <p:clrMapOvr>
    <a:masterClrMapping/>
  </p:clrMapOvr>
</p:sld>
</file>

<file path=ppt/theme/theme1.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AE6F2518-B084-4896-AF52-66CC2144AA26}"/>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TOC EVAL PLAN</Template>
  <TotalTime>104934</TotalTime>
  <Words>1147</Words>
  <Application>Microsoft Office PowerPoint</Application>
  <PresentationFormat>Widescreen</PresentationFormat>
  <Paragraphs>128</Paragraphs>
  <Slides>11</Slides>
  <Notes>2</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11</vt:i4>
      </vt:variant>
    </vt:vector>
  </HeadingPairs>
  <TitlesOfParts>
    <vt:vector size="21" baseType="lpstr">
      <vt:lpstr>Arial</vt:lpstr>
      <vt:lpstr>BioRhyme ExtraBold</vt:lpstr>
      <vt:lpstr>Calibri</vt:lpstr>
      <vt:lpstr>Calibri Light</vt:lpstr>
      <vt:lpstr>Poppins</vt:lpstr>
      <vt:lpstr>Times New Roman</vt:lpstr>
      <vt:lpstr>2_Custom Design</vt:lpstr>
      <vt:lpstr>1_Custom Design</vt:lpstr>
      <vt:lpstr>Custom Design</vt:lpstr>
      <vt:lpstr>Office Theme</vt:lpstr>
      <vt:lpstr>COURSE NAME:  Applied Machine Learning In Text Analysis COURSE CODE: 24ALT3101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Rajashekar Mungimalla</dc:creator>
  <cp:lastModifiedBy>A Greshmica</cp:lastModifiedBy>
  <cp:revision>109</cp:revision>
  <dcterms:created xsi:type="dcterms:W3CDTF">2024-06-24T07:50:59Z</dcterms:created>
  <dcterms:modified xsi:type="dcterms:W3CDTF">2026-08-14T08:25:14Z</dcterms:modified>
</cp:coreProperties>
</file>